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8" r:id="rId3"/>
    <p:sldId id="280" r:id="rId4"/>
    <p:sldId id="259" r:id="rId5"/>
    <p:sldId id="276" r:id="rId6"/>
    <p:sldId id="262" r:id="rId7"/>
    <p:sldId id="269" r:id="rId8"/>
    <p:sldId id="268" r:id="rId9"/>
    <p:sldId id="265" r:id="rId10"/>
    <p:sldId id="264" r:id="rId11"/>
    <p:sldId id="277" r:id="rId12"/>
    <p:sldId id="281" r:id="rId13"/>
    <p:sldId id="282" r:id="rId14"/>
    <p:sldId id="267" r:id="rId15"/>
  </p:sldIdLst>
  <p:sldSz cx="18288000" cy="10287000"/>
  <p:notesSz cx="6858000" cy="9144000"/>
  <p:embeddedFontLst>
    <p:embeddedFont>
      <p:font typeface="Assistant" pitchFamily="2" charset="-79"/>
      <p:regular r:id="rId16"/>
      <p:bold r:id="rId17"/>
    </p:embeddedFont>
    <p:embeddedFont>
      <p:font typeface="Roca One"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BACA8-8BB6-41D7-A153-85676A34563D}" v="53" dt="2025-07-21T16:43:27.520"/>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shasvi Rasam" userId="fa81671f39e7378d" providerId="LiveId" clId="{0FBBACA8-8BB6-41D7-A153-85676A34563D}"/>
    <pc:docChg chg="undo custSel addSld delSld modSld sldOrd">
      <pc:chgData name="Yeshasvi Rasam" userId="fa81671f39e7378d" providerId="LiveId" clId="{0FBBACA8-8BB6-41D7-A153-85676A34563D}" dt="2025-07-21T16:50:27.193" v="1458" actId="729"/>
      <pc:docMkLst>
        <pc:docMk/>
      </pc:docMkLst>
      <pc:sldChg chg="addSp delSp modSp mod modClrScheme chgLayout">
        <pc:chgData name="Yeshasvi Rasam" userId="fa81671f39e7378d" providerId="LiveId" clId="{0FBBACA8-8BB6-41D7-A153-85676A34563D}" dt="2025-07-21T16:43:31.552" v="1334" actId="478"/>
        <pc:sldMkLst>
          <pc:docMk/>
          <pc:sldMk cId="0" sldId="256"/>
        </pc:sldMkLst>
        <pc:spChg chg="mod">
          <ac:chgData name="Yeshasvi Rasam" userId="fa81671f39e7378d" providerId="LiveId" clId="{0FBBACA8-8BB6-41D7-A153-85676A34563D}" dt="2025-07-21T15:03:14.666" v="29" actId="14100"/>
          <ac:spMkLst>
            <pc:docMk/>
            <pc:sldMk cId="0" sldId="256"/>
            <ac:spMk id="7" creationId="{00000000-0000-0000-0000-000000000000}"/>
          </ac:spMkLst>
        </pc:spChg>
        <pc:spChg chg="add del mod ord">
          <ac:chgData name="Yeshasvi Rasam" userId="fa81671f39e7378d" providerId="LiveId" clId="{0FBBACA8-8BB6-41D7-A153-85676A34563D}" dt="2025-07-21T14:44:42.492" v="2" actId="700"/>
          <ac:spMkLst>
            <pc:docMk/>
            <pc:sldMk cId="0" sldId="256"/>
            <ac:spMk id="11" creationId="{A6C83F55-3BA8-7C0E-2416-F7574FD7497B}"/>
          </ac:spMkLst>
        </pc:spChg>
        <pc:spChg chg="add del mod ord">
          <ac:chgData name="Yeshasvi Rasam" userId="fa81671f39e7378d" providerId="LiveId" clId="{0FBBACA8-8BB6-41D7-A153-85676A34563D}" dt="2025-07-21T14:44:42.492" v="2" actId="700"/>
          <ac:spMkLst>
            <pc:docMk/>
            <pc:sldMk cId="0" sldId="256"/>
            <ac:spMk id="14" creationId="{BF4F6363-8AC4-5063-AF7C-F686726F20DE}"/>
          </ac:spMkLst>
        </pc:spChg>
        <pc:spChg chg="add del mod">
          <ac:chgData name="Yeshasvi Rasam" userId="fa81671f39e7378d" providerId="LiveId" clId="{0FBBACA8-8BB6-41D7-A153-85676A34563D}" dt="2025-07-21T16:43:31.552" v="1334" actId="478"/>
          <ac:spMkLst>
            <pc:docMk/>
            <pc:sldMk cId="0" sldId="256"/>
            <ac:spMk id="19" creationId="{81716426-95B2-C19F-5ED2-718394BC44FC}"/>
          </ac:spMkLst>
        </pc:spChg>
        <pc:grpChg chg="mod">
          <ac:chgData name="Yeshasvi Rasam" userId="fa81671f39e7378d" providerId="LiveId" clId="{0FBBACA8-8BB6-41D7-A153-85676A34563D}" dt="2025-07-21T15:03:39.886" v="30" actId="14100"/>
          <ac:grpSpMkLst>
            <pc:docMk/>
            <pc:sldMk cId="0" sldId="256"/>
            <ac:grpSpMk id="6" creationId="{00000000-0000-0000-0000-000000000000}"/>
          </ac:grpSpMkLst>
        </pc:grpChg>
        <pc:picChg chg="add del mod">
          <ac:chgData name="Yeshasvi Rasam" userId="fa81671f39e7378d" providerId="LiveId" clId="{0FBBACA8-8BB6-41D7-A153-85676A34563D}" dt="2025-07-21T15:00:41.316" v="18" actId="478"/>
          <ac:picMkLst>
            <pc:docMk/>
            <pc:sldMk cId="0" sldId="256"/>
            <ac:picMk id="14" creationId="{0DBAC623-5072-0707-F327-311C41DB8FBE}"/>
          </ac:picMkLst>
        </pc:picChg>
        <pc:picChg chg="add del mod">
          <ac:chgData name="Yeshasvi Rasam" userId="fa81671f39e7378d" providerId="LiveId" clId="{0FBBACA8-8BB6-41D7-A153-85676A34563D}" dt="2025-07-21T15:26:57.305" v="95" actId="478"/>
          <ac:picMkLst>
            <pc:docMk/>
            <pc:sldMk cId="0" sldId="256"/>
            <ac:picMk id="17" creationId="{CD0B3E51-6D86-83A1-6C79-F1FF8213D7BD}"/>
          </ac:picMkLst>
        </pc:picChg>
        <pc:picChg chg="add mod">
          <ac:chgData name="Yeshasvi Rasam" userId="fa81671f39e7378d" providerId="LiveId" clId="{0FBBACA8-8BB6-41D7-A153-85676A34563D}" dt="2025-07-21T15:30:12.078" v="99" actId="1076"/>
          <ac:picMkLst>
            <pc:docMk/>
            <pc:sldMk cId="0" sldId="256"/>
            <ac:picMk id="18" creationId="{5ABB93B1-6C08-1858-AC92-02F5AF6F7EEA}"/>
          </ac:picMkLst>
        </pc:picChg>
      </pc:sldChg>
      <pc:sldChg chg="addSp delSp modSp del mod">
        <pc:chgData name="Yeshasvi Rasam" userId="fa81671f39e7378d" providerId="LiveId" clId="{0FBBACA8-8BB6-41D7-A153-85676A34563D}" dt="2025-07-21T16:37:51.544" v="1246" actId="47"/>
        <pc:sldMkLst>
          <pc:docMk/>
          <pc:sldMk cId="0" sldId="257"/>
        </pc:sldMkLst>
        <pc:spChg chg="mod">
          <ac:chgData name="Yeshasvi Rasam" userId="fa81671f39e7378d" providerId="LiveId" clId="{0FBBACA8-8BB6-41D7-A153-85676A34563D}" dt="2025-07-21T16:23:10.152" v="749" actId="20577"/>
          <ac:spMkLst>
            <pc:docMk/>
            <pc:sldMk cId="0" sldId="257"/>
            <ac:spMk id="33" creationId="{00000000-0000-0000-0000-000000000000}"/>
          </ac:spMkLst>
        </pc:spChg>
        <pc:spChg chg="mod">
          <ac:chgData name="Yeshasvi Rasam" userId="fa81671f39e7378d" providerId="LiveId" clId="{0FBBACA8-8BB6-41D7-A153-85676A34563D}" dt="2025-07-21T16:21:43.964" v="637" actId="20577"/>
          <ac:spMkLst>
            <pc:docMk/>
            <pc:sldMk cId="0" sldId="257"/>
            <ac:spMk id="35" creationId="{00000000-0000-0000-0000-000000000000}"/>
          </ac:spMkLst>
        </pc:spChg>
        <pc:spChg chg="mod">
          <ac:chgData name="Yeshasvi Rasam" userId="fa81671f39e7378d" providerId="LiveId" clId="{0FBBACA8-8BB6-41D7-A153-85676A34563D}" dt="2025-07-21T16:22:23.470" v="705" actId="20577"/>
          <ac:spMkLst>
            <pc:docMk/>
            <pc:sldMk cId="0" sldId="257"/>
            <ac:spMk id="37" creationId="{00000000-0000-0000-0000-000000000000}"/>
          </ac:spMkLst>
        </pc:spChg>
        <pc:spChg chg="mod">
          <ac:chgData name="Yeshasvi Rasam" userId="fa81671f39e7378d" providerId="LiveId" clId="{0FBBACA8-8BB6-41D7-A153-85676A34563D}" dt="2025-07-21T16:21:33.758" v="606" actId="20577"/>
          <ac:spMkLst>
            <pc:docMk/>
            <pc:sldMk cId="0" sldId="257"/>
            <ac:spMk id="39" creationId="{00000000-0000-0000-0000-000000000000}"/>
          </ac:spMkLst>
        </pc:spChg>
        <pc:spChg chg="mod">
          <ac:chgData name="Yeshasvi Rasam" userId="fa81671f39e7378d" providerId="LiveId" clId="{0FBBACA8-8BB6-41D7-A153-85676A34563D}" dt="2025-07-21T16:22:11.786" v="686" actId="20577"/>
          <ac:spMkLst>
            <pc:docMk/>
            <pc:sldMk cId="0" sldId="257"/>
            <ac:spMk id="41" creationId="{00000000-0000-0000-0000-000000000000}"/>
          </ac:spMkLst>
        </pc:spChg>
        <pc:spChg chg="mod">
          <ac:chgData name="Yeshasvi Rasam" userId="fa81671f39e7378d" providerId="LiveId" clId="{0FBBACA8-8BB6-41D7-A153-85676A34563D}" dt="2025-07-21T16:21:21.217" v="570" actId="20577"/>
          <ac:spMkLst>
            <pc:docMk/>
            <pc:sldMk cId="0" sldId="257"/>
            <ac:spMk id="43" creationId="{00000000-0000-0000-0000-000000000000}"/>
          </ac:spMkLst>
        </pc:spChg>
        <pc:spChg chg="mod">
          <ac:chgData name="Yeshasvi Rasam" userId="fa81671f39e7378d" providerId="LiveId" clId="{0FBBACA8-8BB6-41D7-A153-85676A34563D}" dt="2025-07-21T16:22:01.055" v="647" actId="20577"/>
          <ac:spMkLst>
            <pc:docMk/>
            <pc:sldMk cId="0" sldId="257"/>
            <ac:spMk id="45" creationId="{00000000-0000-0000-0000-000000000000}"/>
          </ac:spMkLst>
        </pc:spChg>
        <pc:spChg chg="mod">
          <ac:chgData name="Yeshasvi Rasam" userId="fa81671f39e7378d" providerId="LiveId" clId="{0FBBACA8-8BB6-41D7-A153-85676A34563D}" dt="2025-07-21T16:23:17.440" v="751" actId="20577"/>
          <ac:spMkLst>
            <pc:docMk/>
            <pc:sldMk cId="0" sldId="257"/>
            <ac:spMk id="48" creationId="{00000000-0000-0000-0000-000000000000}"/>
          </ac:spMkLst>
        </pc:spChg>
        <pc:spChg chg="mod">
          <ac:chgData name="Yeshasvi Rasam" userId="fa81671f39e7378d" providerId="LiveId" clId="{0FBBACA8-8BB6-41D7-A153-85676A34563D}" dt="2025-07-21T15:47:48.497" v="222" actId="14100"/>
          <ac:spMkLst>
            <pc:docMk/>
            <pc:sldMk cId="0" sldId="257"/>
            <ac:spMk id="49" creationId="{00000000-0000-0000-0000-000000000000}"/>
          </ac:spMkLst>
        </pc:spChg>
        <pc:grpChg chg="mod">
          <ac:chgData name="Yeshasvi Rasam" userId="fa81671f39e7378d" providerId="LiveId" clId="{0FBBACA8-8BB6-41D7-A153-85676A34563D}" dt="2025-07-21T15:43:44.146" v="173" actId="1076"/>
          <ac:grpSpMkLst>
            <pc:docMk/>
            <pc:sldMk cId="0" sldId="257"/>
            <ac:grpSpMk id="3" creationId="{00000000-0000-0000-0000-000000000000}"/>
          </ac:grpSpMkLst>
        </pc:grpChg>
        <pc:picChg chg="add del mod">
          <ac:chgData name="Yeshasvi Rasam" userId="fa81671f39e7378d" providerId="LiveId" clId="{0FBBACA8-8BB6-41D7-A153-85676A34563D}" dt="2025-07-21T15:01:26.676" v="22" actId="478"/>
          <ac:picMkLst>
            <pc:docMk/>
            <pc:sldMk cId="0" sldId="257"/>
            <ac:picMk id="51" creationId="{5AFE6A60-0173-961D-D619-E3E98E5F1A41}"/>
          </ac:picMkLst>
        </pc:picChg>
        <pc:picChg chg="add del mod">
          <ac:chgData name="Yeshasvi Rasam" userId="fa81671f39e7378d" providerId="LiveId" clId="{0FBBACA8-8BB6-41D7-A153-85676A34563D}" dt="2025-07-21T15:27:18.631" v="96" actId="478"/>
          <ac:picMkLst>
            <pc:docMk/>
            <pc:sldMk cId="0" sldId="257"/>
            <ac:picMk id="54" creationId="{A0C3E8CE-EFAE-6FC2-E8F9-EE0D3F904732}"/>
          </ac:picMkLst>
        </pc:picChg>
      </pc:sldChg>
      <pc:sldChg chg="addSp delSp modSp del mod">
        <pc:chgData name="Yeshasvi Rasam" userId="fa81671f39e7378d" providerId="LiveId" clId="{0FBBACA8-8BB6-41D7-A153-85676A34563D}" dt="2025-07-21T16:35:18.001" v="1013" actId="47"/>
        <pc:sldMkLst>
          <pc:docMk/>
          <pc:sldMk cId="0" sldId="258"/>
        </pc:sldMkLst>
        <pc:spChg chg="del mod topLvl">
          <ac:chgData name="Yeshasvi Rasam" userId="fa81671f39e7378d" providerId="LiveId" clId="{0FBBACA8-8BB6-41D7-A153-85676A34563D}" dt="2025-07-21T16:31:40.671" v="798" actId="478"/>
          <ac:spMkLst>
            <pc:docMk/>
            <pc:sldMk cId="0" sldId="258"/>
            <ac:spMk id="4" creationId="{00000000-0000-0000-0000-000000000000}"/>
          </ac:spMkLst>
        </pc:spChg>
        <pc:spChg chg="topLvl">
          <ac:chgData name="Yeshasvi Rasam" userId="fa81671f39e7378d" providerId="LiveId" clId="{0FBBACA8-8BB6-41D7-A153-85676A34563D}" dt="2025-07-21T16:31:40.671" v="798" actId="478"/>
          <ac:spMkLst>
            <pc:docMk/>
            <pc:sldMk cId="0" sldId="258"/>
            <ac:spMk id="5" creationId="{00000000-0000-0000-0000-000000000000}"/>
          </ac:spMkLst>
        </pc:spChg>
        <pc:spChg chg="del mod">
          <ac:chgData name="Yeshasvi Rasam" userId="fa81671f39e7378d" providerId="LiveId" clId="{0FBBACA8-8BB6-41D7-A153-85676A34563D}" dt="2025-07-21T16:25:17.087" v="768"/>
          <ac:spMkLst>
            <pc:docMk/>
            <pc:sldMk cId="0" sldId="258"/>
            <ac:spMk id="9" creationId="{00000000-0000-0000-0000-000000000000}"/>
          </ac:spMkLst>
        </pc:spChg>
        <pc:spChg chg="del mod">
          <ac:chgData name="Yeshasvi Rasam" userId="fa81671f39e7378d" providerId="LiveId" clId="{0FBBACA8-8BB6-41D7-A153-85676A34563D}" dt="2025-07-21T16:31:49.521" v="800" actId="478"/>
          <ac:spMkLst>
            <pc:docMk/>
            <pc:sldMk cId="0" sldId="258"/>
            <ac:spMk id="10" creationId="{00000000-0000-0000-0000-000000000000}"/>
          </ac:spMkLst>
        </pc:spChg>
        <pc:spChg chg="add">
          <ac:chgData name="Yeshasvi Rasam" userId="fa81671f39e7378d" providerId="LiveId" clId="{0FBBACA8-8BB6-41D7-A153-85676A34563D}" dt="2025-07-21T14:46:20.756" v="5"/>
          <ac:spMkLst>
            <pc:docMk/>
            <pc:sldMk cId="0" sldId="258"/>
            <ac:spMk id="11" creationId="{328937EA-AB45-61C5-82B3-F6FDCD138D11}"/>
          </ac:spMkLst>
        </pc:spChg>
        <pc:spChg chg="add">
          <ac:chgData name="Yeshasvi Rasam" userId="fa81671f39e7378d" providerId="LiveId" clId="{0FBBACA8-8BB6-41D7-A153-85676A34563D}" dt="2025-07-21T14:46:20.756" v="5"/>
          <ac:spMkLst>
            <pc:docMk/>
            <pc:sldMk cId="0" sldId="258"/>
            <ac:spMk id="12" creationId="{8922C841-D0C7-E06B-999B-46BE213AF0DF}"/>
          </ac:spMkLst>
        </pc:spChg>
        <pc:spChg chg="add">
          <ac:chgData name="Yeshasvi Rasam" userId="fa81671f39e7378d" providerId="LiveId" clId="{0FBBACA8-8BB6-41D7-A153-85676A34563D}" dt="2025-07-21T14:46:20.756" v="5"/>
          <ac:spMkLst>
            <pc:docMk/>
            <pc:sldMk cId="0" sldId="258"/>
            <ac:spMk id="13" creationId="{F3B6C16C-0E9C-B346-3AFB-9C23B3620881}"/>
          </ac:spMkLst>
        </pc:spChg>
        <pc:spChg chg="add">
          <ac:chgData name="Yeshasvi Rasam" userId="fa81671f39e7378d" providerId="LiveId" clId="{0FBBACA8-8BB6-41D7-A153-85676A34563D}" dt="2025-07-21T16:30:35.284" v="791"/>
          <ac:spMkLst>
            <pc:docMk/>
            <pc:sldMk cId="0" sldId="258"/>
            <ac:spMk id="14" creationId="{B0B312E1-7233-A468-2C5D-2006E9AD210A}"/>
          </ac:spMkLst>
        </pc:spChg>
        <pc:spChg chg="add mod">
          <ac:chgData name="Yeshasvi Rasam" userId="fa81671f39e7378d" providerId="LiveId" clId="{0FBBACA8-8BB6-41D7-A153-85676A34563D}" dt="2025-07-21T16:30:46.562" v="792"/>
          <ac:spMkLst>
            <pc:docMk/>
            <pc:sldMk cId="0" sldId="258"/>
            <ac:spMk id="15" creationId="{E0B82573-BB7B-EA98-C1DC-2EF978AD8232}"/>
          </ac:spMkLst>
        </pc:spChg>
        <pc:grpChg chg="del">
          <ac:chgData name="Yeshasvi Rasam" userId="fa81671f39e7378d" providerId="LiveId" clId="{0FBBACA8-8BB6-41D7-A153-85676A34563D}" dt="2025-07-21T16:31:40.671" v="798" actId="478"/>
          <ac:grpSpMkLst>
            <pc:docMk/>
            <pc:sldMk cId="0" sldId="258"/>
            <ac:grpSpMk id="3" creationId="{00000000-0000-0000-0000-000000000000}"/>
          </ac:grpSpMkLst>
        </pc:grpChg>
        <pc:picChg chg="add del mod">
          <ac:chgData name="Yeshasvi Rasam" userId="fa81671f39e7378d" providerId="LiveId" clId="{0FBBACA8-8BB6-41D7-A153-85676A34563D}" dt="2025-07-21T15:04:28.982" v="35" actId="478"/>
          <ac:picMkLst>
            <pc:docMk/>
            <pc:sldMk cId="0" sldId="258"/>
            <ac:picMk id="12" creationId="{1322EE89-6F99-6407-3D86-3ADE39FAF01C}"/>
          </ac:picMkLst>
        </pc:picChg>
        <pc:picChg chg="add del mod">
          <ac:chgData name="Yeshasvi Rasam" userId="fa81671f39e7378d" providerId="LiveId" clId="{0FBBACA8-8BB6-41D7-A153-85676A34563D}" dt="2025-07-21T15:27:22.991" v="97" actId="478"/>
          <ac:picMkLst>
            <pc:docMk/>
            <pc:sldMk cId="0" sldId="258"/>
            <ac:picMk id="13" creationId="{D7381E48-EE86-B1A7-6BCC-B598F867AE90}"/>
          </ac:picMkLst>
        </pc:picChg>
      </pc:sldChg>
      <pc:sldChg chg="addSp delSp modSp mod">
        <pc:chgData name="Yeshasvi Rasam" userId="fa81671f39e7378d" providerId="LiveId" clId="{0FBBACA8-8BB6-41D7-A153-85676A34563D}" dt="2025-07-21T16:31:23.382" v="797" actId="14100"/>
        <pc:sldMkLst>
          <pc:docMk/>
          <pc:sldMk cId="0" sldId="259"/>
        </pc:sldMkLst>
        <pc:spChg chg="del mod">
          <ac:chgData name="Yeshasvi Rasam" userId="fa81671f39e7378d" providerId="LiveId" clId="{0FBBACA8-8BB6-41D7-A153-85676A34563D}" dt="2025-07-21T15:56:10.279" v="252" actId="478"/>
          <ac:spMkLst>
            <pc:docMk/>
            <pc:sldMk cId="0" sldId="259"/>
            <ac:spMk id="9" creationId="{00000000-0000-0000-0000-000000000000}"/>
          </ac:spMkLst>
        </pc:spChg>
        <pc:spChg chg="mod">
          <ac:chgData name="Yeshasvi Rasam" userId="fa81671f39e7378d" providerId="LiveId" clId="{0FBBACA8-8BB6-41D7-A153-85676A34563D}" dt="2025-07-21T15:58:22.202" v="286" actId="1076"/>
          <ac:spMkLst>
            <pc:docMk/>
            <pc:sldMk cId="0" sldId="259"/>
            <ac:spMk id="10" creationId="{00000000-0000-0000-0000-000000000000}"/>
          </ac:spMkLst>
        </pc:spChg>
        <pc:spChg chg="add">
          <ac:chgData name="Yeshasvi Rasam" userId="fa81671f39e7378d" providerId="LiveId" clId="{0FBBACA8-8BB6-41D7-A153-85676A34563D}" dt="2025-07-21T15:56:11.296" v="253"/>
          <ac:spMkLst>
            <pc:docMk/>
            <pc:sldMk cId="0" sldId="259"/>
            <ac:spMk id="15" creationId="{79E0DD9B-8F45-D48D-EF0F-228F02D704B6}"/>
          </ac:spMkLst>
        </pc:spChg>
        <pc:spChg chg="add">
          <ac:chgData name="Yeshasvi Rasam" userId="fa81671f39e7378d" providerId="LiveId" clId="{0FBBACA8-8BB6-41D7-A153-85676A34563D}" dt="2025-07-21T15:56:11.296" v="253"/>
          <ac:spMkLst>
            <pc:docMk/>
            <pc:sldMk cId="0" sldId="259"/>
            <ac:spMk id="16" creationId="{D9BB4394-E144-EA4C-C7FB-2147B722CAEF}"/>
          </ac:spMkLst>
        </pc:spChg>
        <pc:spChg chg="add">
          <ac:chgData name="Yeshasvi Rasam" userId="fa81671f39e7378d" providerId="LiveId" clId="{0FBBACA8-8BB6-41D7-A153-85676A34563D}" dt="2025-07-21T15:56:11.296" v="253"/>
          <ac:spMkLst>
            <pc:docMk/>
            <pc:sldMk cId="0" sldId="259"/>
            <ac:spMk id="17" creationId="{644BDD36-7C75-1B9F-25E6-AB4A5F888AD1}"/>
          </ac:spMkLst>
        </pc:spChg>
        <pc:spChg chg="add">
          <ac:chgData name="Yeshasvi Rasam" userId="fa81671f39e7378d" providerId="LiveId" clId="{0FBBACA8-8BB6-41D7-A153-85676A34563D}" dt="2025-07-21T15:56:11.296" v="253"/>
          <ac:spMkLst>
            <pc:docMk/>
            <pc:sldMk cId="0" sldId="259"/>
            <ac:spMk id="18" creationId="{AD8889DC-8EEC-2EFA-6540-280C407C1A0B}"/>
          </ac:spMkLst>
        </pc:spChg>
        <pc:spChg chg="add">
          <ac:chgData name="Yeshasvi Rasam" userId="fa81671f39e7378d" providerId="LiveId" clId="{0FBBACA8-8BB6-41D7-A153-85676A34563D}" dt="2025-07-21T15:56:11.296" v="253"/>
          <ac:spMkLst>
            <pc:docMk/>
            <pc:sldMk cId="0" sldId="259"/>
            <ac:spMk id="19" creationId="{C9B2D801-588C-E566-70CF-C78BE217A3A5}"/>
          </ac:spMkLst>
        </pc:spChg>
        <pc:spChg chg="add">
          <ac:chgData name="Yeshasvi Rasam" userId="fa81671f39e7378d" providerId="LiveId" clId="{0FBBACA8-8BB6-41D7-A153-85676A34563D}" dt="2025-07-21T15:56:11.296" v="253"/>
          <ac:spMkLst>
            <pc:docMk/>
            <pc:sldMk cId="0" sldId="259"/>
            <ac:spMk id="21" creationId="{5CBE4C62-47E7-D229-F19F-EF582DF7A592}"/>
          </ac:spMkLst>
        </pc:spChg>
        <pc:spChg chg="add">
          <ac:chgData name="Yeshasvi Rasam" userId="fa81671f39e7378d" providerId="LiveId" clId="{0FBBACA8-8BB6-41D7-A153-85676A34563D}" dt="2025-07-21T15:56:11.296" v="253"/>
          <ac:spMkLst>
            <pc:docMk/>
            <pc:sldMk cId="0" sldId="259"/>
            <ac:spMk id="23" creationId="{ECD748C6-2908-603A-2524-898EB3C06B8B}"/>
          </ac:spMkLst>
        </pc:spChg>
        <pc:spChg chg="add">
          <ac:chgData name="Yeshasvi Rasam" userId="fa81671f39e7378d" providerId="LiveId" clId="{0FBBACA8-8BB6-41D7-A153-85676A34563D}" dt="2025-07-21T15:56:11.296" v="253"/>
          <ac:spMkLst>
            <pc:docMk/>
            <pc:sldMk cId="0" sldId="259"/>
            <ac:spMk id="27" creationId="{3E8E9C13-2028-A532-FBDF-4FAEBA027417}"/>
          </ac:spMkLst>
        </pc:spChg>
        <pc:spChg chg="add">
          <ac:chgData name="Yeshasvi Rasam" userId="fa81671f39e7378d" providerId="LiveId" clId="{0FBBACA8-8BB6-41D7-A153-85676A34563D}" dt="2025-07-21T15:56:11.296" v="253"/>
          <ac:spMkLst>
            <pc:docMk/>
            <pc:sldMk cId="0" sldId="259"/>
            <ac:spMk id="28" creationId="{434F1C2D-39DD-3FEC-B090-6785E1B591D3}"/>
          </ac:spMkLst>
        </pc:spChg>
        <pc:spChg chg="add">
          <ac:chgData name="Yeshasvi Rasam" userId="fa81671f39e7378d" providerId="LiveId" clId="{0FBBACA8-8BB6-41D7-A153-85676A34563D}" dt="2025-07-21T15:56:11.296" v="253"/>
          <ac:spMkLst>
            <pc:docMk/>
            <pc:sldMk cId="0" sldId="259"/>
            <ac:spMk id="29" creationId="{C38C89B4-C403-FF1A-1253-37528525F842}"/>
          </ac:spMkLst>
        </pc:spChg>
        <pc:graphicFrameChg chg="add del mod modGraphic">
          <ac:chgData name="Yeshasvi Rasam" userId="fa81671f39e7378d" providerId="LiveId" clId="{0FBBACA8-8BB6-41D7-A153-85676A34563D}" dt="2025-07-21T16:28:00.379" v="780" actId="478"/>
          <ac:graphicFrameMkLst>
            <pc:docMk/>
            <pc:sldMk cId="0" sldId="259"/>
            <ac:graphicFrameMk id="30" creationId="{143FC9C6-8911-B679-6977-64D3253BF386}"/>
          </ac:graphicFrameMkLst>
        </pc:graphicFrameChg>
        <pc:graphicFrameChg chg="add mod modGraphic">
          <ac:chgData name="Yeshasvi Rasam" userId="fa81671f39e7378d" providerId="LiveId" clId="{0FBBACA8-8BB6-41D7-A153-85676A34563D}" dt="2025-07-21T16:31:23.382" v="797" actId="14100"/>
          <ac:graphicFrameMkLst>
            <pc:docMk/>
            <pc:sldMk cId="0" sldId="259"/>
            <ac:graphicFrameMk id="31" creationId="{72BF476C-18D1-A510-DA02-0DAC7ED31E96}"/>
          </ac:graphicFrameMkLst>
        </pc:graphicFrameChg>
        <pc:picChg chg="add del mod">
          <ac:chgData name="Yeshasvi Rasam" userId="fa81671f39e7378d" providerId="LiveId" clId="{0FBBACA8-8BB6-41D7-A153-85676A34563D}" dt="2025-07-21T15:04:59.695" v="39" actId="478"/>
          <ac:picMkLst>
            <pc:docMk/>
            <pc:sldMk cId="0" sldId="259"/>
            <ac:picMk id="11" creationId="{1270230A-FF94-E792-0CCB-3E40A7F60F1D}"/>
          </ac:picMkLst>
        </pc:picChg>
        <pc:picChg chg="add mod">
          <ac:chgData name="Yeshasvi Rasam" userId="fa81671f39e7378d" providerId="LiveId" clId="{0FBBACA8-8BB6-41D7-A153-85676A34563D}" dt="2025-07-21T15:05:17.980" v="43" actId="12788"/>
          <ac:picMkLst>
            <pc:docMk/>
            <pc:sldMk cId="0" sldId="259"/>
            <ac:picMk id="12" creationId="{21B8CFFF-A5B1-95E3-9829-6155667EF0C0}"/>
          </ac:picMkLst>
        </pc:picChg>
      </pc:sldChg>
      <pc:sldChg chg="addSp modSp del mod ord">
        <pc:chgData name="Yeshasvi Rasam" userId="fa81671f39e7378d" providerId="LiveId" clId="{0FBBACA8-8BB6-41D7-A153-85676A34563D}" dt="2025-07-21T16:48:00.444" v="1420" actId="47"/>
        <pc:sldMkLst>
          <pc:docMk/>
          <pc:sldMk cId="0" sldId="260"/>
        </pc:sldMkLst>
        <pc:spChg chg="mod">
          <ac:chgData name="Yeshasvi Rasam" userId="fa81671f39e7378d" providerId="LiveId" clId="{0FBBACA8-8BB6-41D7-A153-85676A34563D}" dt="2025-07-21T16:46:26.345" v="1374" actId="1076"/>
          <ac:spMkLst>
            <pc:docMk/>
            <pc:sldMk cId="0" sldId="260"/>
            <ac:spMk id="10" creationId="{00000000-0000-0000-0000-000000000000}"/>
          </ac:spMkLst>
        </pc:spChg>
        <pc:spChg chg="mod">
          <ac:chgData name="Yeshasvi Rasam" userId="fa81671f39e7378d" providerId="LiveId" clId="{0FBBACA8-8BB6-41D7-A153-85676A34563D}" dt="2025-07-21T16:46:20.952" v="1373" actId="1076"/>
          <ac:spMkLst>
            <pc:docMk/>
            <pc:sldMk cId="0" sldId="260"/>
            <ac:spMk id="11" creationId="{00000000-0000-0000-0000-000000000000}"/>
          </ac:spMkLst>
        </pc:spChg>
        <pc:picChg chg="add mod">
          <ac:chgData name="Yeshasvi Rasam" userId="fa81671f39e7378d" providerId="LiveId" clId="{0FBBACA8-8BB6-41D7-A153-85676A34563D}" dt="2025-07-21T15:06:46.170" v="51" actId="12788"/>
          <ac:picMkLst>
            <pc:docMk/>
            <pc:sldMk cId="0" sldId="260"/>
            <ac:picMk id="9" creationId="{21BB64B8-B219-7148-8402-8A889BB04DFA}"/>
          </ac:picMkLst>
        </pc:picChg>
      </pc:sldChg>
      <pc:sldChg chg="addSp modSp del mod">
        <pc:chgData name="Yeshasvi Rasam" userId="fa81671f39e7378d" providerId="LiveId" clId="{0FBBACA8-8BB6-41D7-A153-85676A34563D}" dt="2025-07-21T16:49:51.530" v="1454" actId="47"/>
        <pc:sldMkLst>
          <pc:docMk/>
          <pc:sldMk cId="0" sldId="261"/>
        </pc:sldMkLst>
        <pc:picChg chg="add mod">
          <ac:chgData name="Yeshasvi Rasam" userId="fa81671f39e7378d" providerId="LiveId" clId="{0FBBACA8-8BB6-41D7-A153-85676A34563D}" dt="2025-07-21T15:11:23.291" v="77" actId="12788"/>
          <ac:picMkLst>
            <pc:docMk/>
            <pc:sldMk cId="0" sldId="261"/>
            <ac:picMk id="12" creationId="{0506C371-95BA-0D12-E50C-68096366F645}"/>
          </ac:picMkLst>
        </pc:picChg>
      </pc:sldChg>
      <pc:sldChg chg="addSp modSp mod ord">
        <pc:chgData name="Yeshasvi Rasam" userId="fa81671f39e7378d" providerId="LiveId" clId="{0FBBACA8-8BB6-41D7-A153-85676A34563D}" dt="2025-07-21T16:48:06.992" v="1422"/>
        <pc:sldMkLst>
          <pc:docMk/>
          <pc:sldMk cId="0" sldId="262"/>
        </pc:sldMkLst>
        <pc:spChg chg="mod">
          <ac:chgData name="Yeshasvi Rasam" userId="fa81671f39e7378d" providerId="LiveId" clId="{0FBBACA8-8BB6-41D7-A153-85676A34563D}" dt="2025-07-21T15:10:15.593" v="71" actId="1076"/>
          <ac:spMkLst>
            <pc:docMk/>
            <pc:sldMk cId="0" sldId="262"/>
            <ac:spMk id="13" creationId="{00000000-0000-0000-0000-000000000000}"/>
          </ac:spMkLst>
        </pc:spChg>
        <pc:picChg chg="add mod">
          <ac:chgData name="Yeshasvi Rasam" userId="fa81671f39e7378d" providerId="LiveId" clId="{0FBBACA8-8BB6-41D7-A153-85676A34563D}" dt="2025-07-21T15:09:58.479" v="70" actId="12788"/>
          <ac:picMkLst>
            <pc:docMk/>
            <pc:sldMk cId="0" sldId="262"/>
            <ac:picMk id="9" creationId="{456B6A56-B4C9-1DAB-5FA8-8A33373E9E3C}"/>
          </ac:picMkLst>
        </pc:picChg>
      </pc:sldChg>
      <pc:sldChg chg="addSp modSp del mod">
        <pc:chgData name="Yeshasvi Rasam" userId="fa81671f39e7378d" providerId="LiveId" clId="{0FBBACA8-8BB6-41D7-A153-85676A34563D}" dt="2025-07-21T16:49:59.794" v="1455" actId="47"/>
        <pc:sldMkLst>
          <pc:docMk/>
          <pc:sldMk cId="0" sldId="263"/>
        </pc:sldMkLst>
        <pc:picChg chg="add mod">
          <ac:chgData name="Yeshasvi Rasam" userId="fa81671f39e7378d" providerId="LiveId" clId="{0FBBACA8-8BB6-41D7-A153-85676A34563D}" dt="2025-07-21T15:12:28.217" v="84" actId="12788"/>
          <ac:picMkLst>
            <pc:docMk/>
            <pc:sldMk cId="0" sldId="263"/>
            <ac:picMk id="9" creationId="{A3142109-04B4-71C8-C97B-A9B45FD19066}"/>
          </ac:picMkLst>
        </pc:picChg>
      </pc:sldChg>
      <pc:sldChg chg="addSp delSp modSp mod ord">
        <pc:chgData name="Yeshasvi Rasam" userId="fa81671f39e7378d" providerId="LiveId" clId="{0FBBACA8-8BB6-41D7-A153-85676A34563D}" dt="2025-07-21T16:20:29.652" v="509" actId="20577"/>
        <pc:sldMkLst>
          <pc:docMk/>
          <pc:sldMk cId="0" sldId="264"/>
        </pc:sldMkLst>
        <pc:spChg chg="mod">
          <ac:chgData name="Yeshasvi Rasam" userId="fa81671f39e7378d" providerId="LiveId" clId="{0FBBACA8-8BB6-41D7-A153-85676A34563D}" dt="2025-07-21T16:20:29.652" v="509" actId="20577"/>
          <ac:spMkLst>
            <pc:docMk/>
            <pc:sldMk cId="0" sldId="264"/>
            <ac:spMk id="11" creationId="{00000000-0000-0000-0000-000000000000}"/>
          </ac:spMkLst>
        </pc:spChg>
        <pc:picChg chg="add mod">
          <ac:chgData name="Yeshasvi Rasam" userId="fa81671f39e7378d" providerId="LiveId" clId="{0FBBACA8-8BB6-41D7-A153-85676A34563D}" dt="2025-07-21T15:13:03.686" v="87" actId="12788"/>
          <ac:picMkLst>
            <pc:docMk/>
            <pc:sldMk cId="0" sldId="264"/>
            <ac:picMk id="9" creationId="{DBE49BE4-24A0-D7CD-E392-D69D89AAC9BD}"/>
          </ac:picMkLst>
        </pc:picChg>
        <pc:picChg chg="add mod">
          <ac:chgData name="Yeshasvi Rasam" userId="fa81671f39e7378d" providerId="LiveId" clId="{0FBBACA8-8BB6-41D7-A153-85676A34563D}" dt="2025-07-21T16:19:49.040" v="492" actId="1076"/>
          <ac:picMkLst>
            <pc:docMk/>
            <pc:sldMk cId="0" sldId="264"/>
            <ac:picMk id="13" creationId="{D325555D-2870-CA68-08FF-84342BA742AE}"/>
          </ac:picMkLst>
        </pc:picChg>
        <pc:picChg chg="del">
          <ac:chgData name="Yeshasvi Rasam" userId="fa81671f39e7378d" providerId="LiveId" clId="{0FBBACA8-8BB6-41D7-A153-85676A34563D}" dt="2025-07-21T16:17:54.549" v="484" actId="478"/>
          <ac:picMkLst>
            <pc:docMk/>
            <pc:sldMk cId="0" sldId="264"/>
            <ac:picMk id="15" creationId="{8E2424F8-8681-C8B2-4E29-5D2A4AA663B9}"/>
          </ac:picMkLst>
        </pc:picChg>
      </pc:sldChg>
      <pc:sldChg chg="addSp modSp mod ord modAnim">
        <pc:chgData name="Yeshasvi Rasam" userId="fa81671f39e7378d" providerId="LiveId" clId="{0FBBACA8-8BB6-41D7-A153-85676A34563D}" dt="2025-07-21T16:47:19.068" v="1419" actId="14100"/>
        <pc:sldMkLst>
          <pc:docMk/>
          <pc:sldMk cId="0" sldId="265"/>
        </pc:sldMkLst>
        <pc:spChg chg="mod">
          <ac:chgData name="Yeshasvi Rasam" userId="fa81671f39e7378d" providerId="LiveId" clId="{0FBBACA8-8BB6-41D7-A153-85676A34563D}" dt="2025-07-21T16:47:19.068" v="1419" actId="14100"/>
          <ac:spMkLst>
            <pc:docMk/>
            <pc:sldMk cId="0" sldId="265"/>
            <ac:spMk id="10" creationId="{00000000-0000-0000-0000-000000000000}"/>
          </ac:spMkLst>
        </pc:spChg>
        <pc:grpChg chg="mod">
          <ac:chgData name="Yeshasvi Rasam" userId="fa81671f39e7378d" providerId="LiveId" clId="{0FBBACA8-8BB6-41D7-A153-85676A34563D}" dt="2025-07-21T15:34:23.274" v="107" actId="1076"/>
          <ac:grpSpMkLst>
            <pc:docMk/>
            <pc:sldMk cId="0" sldId="265"/>
            <ac:grpSpMk id="3" creationId="{00000000-0000-0000-0000-000000000000}"/>
          </ac:grpSpMkLst>
        </pc:grpChg>
        <pc:graphicFrameChg chg="add mod modGraphic">
          <ac:chgData name="Yeshasvi Rasam" userId="fa81671f39e7378d" providerId="LiveId" clId="{0FBBACA8-8BB6-41D7-A153-85676A34563D}" dt="2025-07-21T15:35:37.001" v="118" actId="14100"/>
          <ac:graphicFrameMkLst>
            <pc:docMk/>
            <pc:sldMk cId="0" sldId="265"/>
            <ac:graphicFrameMk id="12" creationId="{56F9D20A-2F5A-1C5F-A8DE-628AC4449847}"/>
          </ac:graphicFrameMkLst>
        </pc:graphicFrameChg>
        <pc:picChg chg="add mod">
          <ac:chgData name="Yeshasvi Rasam" userId="fa81671f39e7378d" providerId="LiveId" clId="{0FBBACA8-8BB6-41D7-A153-85676A34563D}" dt="2025-07-21T15:13:14.651" v="90" actId="12788"/>
          <ac:picMkLst>
            <pc:docMk/>
            <pc:sldMk cId="0" sldId="265"/>
            <ac:picMk id="9" creationId="{B6953C58-F188-D49D-85EB-D35DDAFB3678}"/>
          </ac:picMkLst>
        </pc:picChg>
        <pc:picChg chg="add mod">
          <ac:chgData name="Yeshasvi Rasam" userId="fa81671f39e7378d" providerId="LiveId" clId="{0FBBACA8-8BB6-41D7-A153-85676A34563D}" dt="2025-07-21T15:33:57.188" v="102" actId="1076"/>
          <ac:picMkLst>
            <pc:docMk/>
            <pc:sldMk cId="0" sldId="265"/>
            <ac:picMk id="11" creationId="{6095FE62-9AFF-C4C5-121D-B7605C4D0FA4}"/>
          </ac:picMkLst>
        </pc:picChg>
        <pc:picChg chg="mod">
          <ac:chgData name="Yeshasvi Rasam" userId="fa81671f39e7378d" providerId="LiveId" clId="{0FBBACA8-8BB6-41D7-A153-85676A34563D}" dt="2025-07-21T15:34:07.793" v="103" actId="1076"/>
          <ac:picMkLst>
            <pc:docMk/>
            <pc:sldMk cId="0" sldId="265"/>
            <ac:picMk id="13" creationId="{90DF41B9-F069-EDB0-5272-7E07AF2BE3D5}"/>
          </ac:picMkLst>
        </pc:picChg>
      </pc:sldChg>
      <pc:sldChg chg="modSp mod ord">
        <pc:chgData name="Yeshasvi Rasam" userId="fa81671f39e7378d" providerId="LiveId" clId="{0FBBACA8-8BB6-41D7-A153-85676A34563D}" dt="2025-07-21T16:46:56.749" v="1402" actId="1076"/>
        <pc:sldMkLst>
          <pc:docMk/>
          <pc:sldMk cId="2091415619" sldId="268"/>
        </pc:sldMkLst>
        <pc:spChg chg="mod">
          <ac:chgData name="Yeshasvi Rasam" userId="fa81671f39e7378d" providerId="LiveId" clId="{0FBBACA8-8BB6-41D7-A153-85676A34563D}" dt="2025-07-21T16:46:56.749" v="1402" actId="1076"/>
          <ac:spMkLst>
            <pc:docMk/>
            <pc:sldMk cId="2091415619" sldId="268"/>
            <ac:spMk id="11" creationId="{9DA64678-258D-BF23-3D20-5FCA54C85995}"/>
          </ac:spMkLst>
        </pc:spChg>
      </pc:sldChg>
      <pc:sldChg chg="addSp modSp mod ord">
        <pc:chgData name="Yeshasvi Rasam" userId="fa81671f39e7378d" providerId="LiveId" clId="{0FBBACA8-8BB6-41D7-A153-85676A34563D}" dt="2025-07-21T16:48:56.607" v="1424"/>
        <pc:sldMkLst>
          <pc:docMk/>
          <pc:sldMk cId="3091892152" sldId="269"/>
        </pc:sldMkLst>
        <pc:picChg chg="add mod">
          <ac:chgData name="Yeshasvi Rasam" userId="fa81671f39e7378d" providerId="LiveId" clId="{0FBBACA8-8BB6-41D7-A153-85676A34563D}" dt="2025-07-21T15:10:27.636" v="74" actId="12788"/>
          <ac:picMkLst>
            <pc:docMk/>
            <pc:sldMk cId="3091892152" sldId="269"/>
            <ac:picMk id="9" creationId="{4623A8EA-1906-3496-BCAD-F266ECF6F5BF}"/>
          </ac:picMkLst>
        </pc:picChg>
      </pc:sldChg>
      <pc:sldChg chg="addSp modSp mod ord">
        <pc:chgData name="Yeshasvi Rasam" userId="fa81671f39e7378d" providerId="LiveId" clId="{0FBBACA8-8BB6-41D7-A153-85676A34563D}" dt="2025-07-21T16:09:55.495" v="418"/>
        <pc:sldMkLst>
          <pc:docMk/>
          <pc:sldMk cId="2986759614" sldId="270"/>
        </pc:sldMkLst>
        <pc:picChg chg="add mod">
          <ac:chgData name="Yeshasvi Rasam" userId="fa81671f39e7378d" providerId="LiveId" clId="{0FBBACA8-8BB6-41D7-A153-85676A34563D}" dt="2025-07-21T15:11:34.408" v="80" actId="12788"/>
          <ac:picMkLst>
            <pc:docMk/>
            <pc:sldMk cId="2986759614" sldId="270"/>
            <ac:picMk id="9" creationId="{5A6811AD-EED2-D645-DAC9-C074DE1EE56B}"/>
          </ac:picMkLst>
        </pc:picChg>
        <pc:picChg chg="mod">
          <ac:chgData name="Yeshasvi Rasam" userId="fa81671f39e7378d" providerId="LiveId" clId="{0FBBACA8-8BB6-41D7-A153-85676A34563D}" dt="2025-07-21T15:11:42.565" v="81" actId="1076"/>
          <ac:picMkLst>
            <pc:docMk/>
            <pc:sldMk cId="2986759614" sldId="270"/>
            <ac:picMk id="13" creationId="{9E033118-54CC-F145-C3F4-6D1D6314DC87}"/>
          </ac:picMkLst>
        </pc:picChg>
      </pc:sldChg>
      <pc:sldChg chg="addSp modSp add del mod ord modShow">
        <pc:chgData name="Yeshasvi Rasam" userId="fa81671f39e7378d" providerId="LiveId" clId="{0FBBACA8-8BB6-41D7-A153-85676A34563D}" dt="2025-07-21T16:50:27.193" v="1458" actId="729"/>
        <pc:sldMkLst>
          <pc:docMk/>
          <pc:sldMk cId="1378481381" sldId="271"/>
        </pc:sldMkLst>
        <pc:picChg chg="add mod">
          <ac:chgData name="Yeshasvi Rasam" userId="fa81671f39e7378d" providerId="LiveId" clId="{0FBBACA8-8BB6-41D7-A153-85676A34563D}" dt="2025-07-21T15:06:11.205" v="48" actId="12788"/>
          <ac:picMkLst>
            <pc:docMk/>
            <pc:sldMk cId="1378481381" sldId="271"/>
            <ac:picMk id="9" creationId="{CEC5C130-D316-013A-68BE-13BA55D0E0B6}"/>
          </ac:picMkLst>
        </pc:picChg>
      </pc:sldChg>
      <pc:sldChg chg="addSp modSp mod ord">
        <pc:chgData name="Yeshasvi Rasam" userId="fa81671f39e7378d" providerId="LiveId" clId="{0FBBACA8-8BB6-41D7-A153-85676A34563D}" dt="2025-07-21T16:10:12.412" v="420"/>
        <pc:sldMkLst>
          <pc:docMk/>
          <pc:sldMk cId="1696551744" sldId="272"/>
        </pc:sldMkLst>
        <pc:picChg chg="add mod">
          <ac:chgData name="Yeshasvi Rasam" userId="fa81671f39e7378d" providerId="LiveId" clId="{0FBBACA8-8BB6-41D7-A153-85676A34563D}" dt="2025-07-21T15:07:26.440" v="57" actId="12788"/>
          <ac:picMkLst>
            <pc:docMk/>
            <pc:sldMk cId="1696551744" sldId="272"/>
            <ac:picMk id="9" creationId="{867572D2-11A4-A384-4E82-B4784A246F7F}"/>
          </ac:picMkLst>
        </pc:picChg>
        <pc:picChg chg="mod">
          <ac:chgData name="Yeshasvi Rasam" userId="fa81671f39e7378d" providerId="LiveId" clId="{0FBBACA8-8BB6-41D7-A153-85676A34563D}" dt="2025-07-21T15:07:37.647" v="58" actId="1076"/>
          <ac:picMkLst>
            <pc:docMk/>
            <pc:sldMk cId="1696551744" sldId="272"/>
            <ac:picMk id="1026" creationId="{0CD8B48D-385D-5F8A-37EC-0FC8DA713F1C}"/>
          </ac:picMkLst>
        </pc:picChg>
      </pc:sldChg>
      <pc:sldChg chg="addSp modSp mod ord">
        <pc:chgData name="Yeshasvi Rasam" userId="fa81671f39e7378d" providerId="LiveId" clId="{0FBBACA8-8BB6-41D7-A153-85676A34563D}" dt="2025-07-21T16:10:14.860" v="422"/>
        <pc:sldMkLst>
          <pc:docMk/>
          <pc:sldMk cId="1993825808" sldId="273"/>
        </pc:sldMkLst>
        <pc:picChg chg="add mod">
          <ac:chgData name="Yeshasvi Rasam" userId="fa81671f39e7378d" providerId="LiveId" clId="{0FBBACA8-8BB6-41D7-A153-85676A34563D}" dt="2025-07-21T15:09:01.592" v="61" actId="12788"/>
          <ac:picMkLst>
            <pc:docMk/>
            <pc:sldMk cId="1993825808" sldId="273"/>
            <ac:picMk id="9" creationId="{581AEC67-65CD-3D55-8102-24243C267E29}"/>
          </ac:picMkLst>
        </pc:picChg>
        <pc:picChg chg="mod">
          <ac:chgData name="Yeshasvi Rasam" userId="fa81671f39e7378d" providerId="LiveId" clId="{0FBBACA8-8BB6-41D7-A153-85676A34563D}" dt="2025-07-21T15:09:07.556" v="62" actId="1076"/>
          <ac:picMkLst>
            <pc:docMk/>
            <pc:sldMk cId="1993825808" sldId="273"/>
            <ac:picMk id="10" creationId="{8D082E3A-633E-C1EA-577A-5358395EBA33}"/>
          </ac:picMkLst>
        </pc:picChg>
      </pc:sldChg>
      <pc:sldChg chg="addSp modSp mod ord">
        <pc:chgData name="Yeshasvi Rasam" userId="fa81671f39e7378d" providerId="LiveId" clId="{0FBBACA8-8BB6-41D7-A153-85676A34563D}" dt="2025-07-21T16:10:18.176" v="424"/>
        <pc:sldMkLst>
          <pc:docMk/>
          <pc:sldMk cId="2769447206" sldId="274"/>
        </pc:sldMkLst>
        <pc:picChg chg="add mod">
          <ac:chgData name="Yeshasvi Rasam" userId="fa81671f39e7378d" providerId="LiveId" clId="{0FBBACA8-8BB6-41D7-A153-85676A34563D}" dt="2025-07-21T15:09:40.798" v="68" actId="12788"/>
          <ac:picMkLst>
            <pc:docMk/>
            <pc:sldMk cId="2769447206" sldId="274"/>
            <ac:picMk id="9" creationId="{BABF0B9E-3571-A828-33A4-4C3E3701D733}"/>
          </ac:picMkLst>
        </pc:picChg>
        <pc:picChg chg="mod">
          <ac:chgData name="Yeshasvi Rasam" userId="fa81671f39e7378d" providerId="LiveId" clId="{0FBBACA8-8BB6-41D7-A153-85676A34563D}" dt="2025-07-21T15:09:25.132" v="65" actId="1076"/>
          <ac:picMkLst>
            <pc:docMk/>
            <pc:sldMk cId="2769447206" sldId="274"/>
            <ac:picMk id="14" creationId="{3333157A-046B-3D77-5867-E80F82BFB973}"/>
          </ac:picMkLst>
        </pc:picChg>
      </pc:sldChg>
      <pc:sldChg chg="addSp modSp new del">
        <pc:chgData name="Yeshasvi Rasam" userId="fa81671f39e7378d" providerId="LiveId" clId="{0FBBACA8-8BB6-41D7-A153-85676A34563D}" dt="2025-07-21T15:36:49.992" v="119" actId="47"/>
        <pc:sldMkLst>
          <pc:docMk/>
          <pc:sldMk cId="3453690007" sldId="275"/>
        </pc:sldMkLst>
        <pc:graphicFrameChg chg="add mod">
          <ac:chgData name="Yeshasvi Rasam" userId="fa81671f39e7378d" providerId="LiveId" clId="{0FBBACA8-8BB6-41D7-A153-85676A34563D}" dt="2025-07-21T15:33:42.910" v="101"/>
          <ac:graphicFrameMkLst>
            <pc:docMk/>
            <pc:sldMk cId="3453690007" sldId="275"/>
            <ac:graphicFrameMk id="2" creationId="{E7D1D75E-561A-286F-74FB-87E21FEB489A}"/>
          </ac:graphicFrameMkLst>
        </pc:graphicFrameChg>
      </pc:sldChg>
      <pc:sldChg chg="addSp modSp new del mod ord">
        <pc:chgData name="Yeshasvi Rasam" userId="fa81671f39e7378d" providerId="LiveId" clId="{0FBBACA8-8BB6-41D7-A153-85676A34563D}" dt="2025-07-21T16:49:15.493" v="1427" actId="2696"/>
        <pc:sldMkLst>
          <pc:docMk/>
          <pc:sldMk cId="4226558725" sldId="275"/>
        </pc:sldMkLst>
        <pc:spChg chg="add mod">
          <ac:chgData name="Yeshasvi Rasam" userId="fa81671f39e7378d" providerId="LiveId" clId="{0FBBACA8-8BB6-41D7-A153-85676A34563D}" dt="2025-07-21T15:38:05.437" v="145" actId="2711"/>
          <ac:spMkLst>
            <pc:docMk/>
            <pc:sldMk cId="4226558725" sldId="275"/>
            <ac:spMk id="2" creationId="{76298434-42E3-4B38-7CCE-0B6C0BF8CECC}"/>
          </ac:spMkLst>
        </pc:spChg>
      </pc:sldChg>
      <pc:sldChg chg="addSp delSp modSp add mod">
        <pc:chgData name="Yeshasvi Rasam" userId="fa81671f39e7378d" providerId="LiveId" clId="{0FBBACA8-8BB6-41D7-A153-85676A34563D}" dt="2025-07-21T16:41:33.245" v="1332" actId="20577"/>
        <pc:sldMkLst>
          <pc:docMk/>
          <pc:sldMk cId="3849151734" sldId="276"/>
        </pc:sldMkLst>
        <pc:spChg chg="mod">
          <ac:chgData name="Yeshasvi Rasam" userId="fa81671f39e7378d" providerId="LiveId" clId="{0FBBACA8-8BB6-41D7-A153-85676A34563D}" dt="2025-07-21T16:03:01.725" v="352" actId="12"/>
          <ac:spMkLst>
            <pc:docMk/>
            <pc:sldMk cId="3849151734" sldId="276"/>
            <ac:spMk id="5" creationId="{0B41A8F3-AA9A-27EE-9879-EAEC0CCB744D}"/>
          </ac:spMkLst>
        </pc:spChg>
        <pc:spChg chg="mod">
          <ac:chgData name="Yeshasvi Rasam" userId="fa81671f39e7378d" providerId="LiveId" clId="{0FBBACA8-8BB6-41D7-A153-85676A34563D}" dt="2025-07-21T16:38:57.640" v="1248" actId="122"/>
          <ac:spMkLst>
            <pc:docMk/>
            <pc:sldMk cId="3849151734" sldId="276"/>
            <ac:spMk id="10" creationId="{4FE261FA-7DC9-FA16-B826-6ECF9A368994}"/>
          </ac:spMkLst>
        </pc:spChg>
        <pc:spChg chg="add mod">
          <ac:chgData name="Yeshasvi Rasam" userId="fa81671f39e7378d" providerId="LiveId" clId="{0FBBACA8-8BB6-41D7-A153-85676A34563D}" dt="2025-07-21T16:40:44.519" v="1328" actId="1076"/>
          <ac:spMkLst>
            <pc:docMk/>
            <pc:sldMk cId="3849151734" sldId="276"/>
            <ac:spMk id="11" creationId="{F9E5587C-3751-3C65-AEEC-5A7616FA1BF3}"/>
          </ac:spMkLst>
        </pc:spChg>
        <pc:spChg chg="add mod">
          <ac:chgData name="Yeshasvi Rasam" userId="fa81671f39e7378d" providerId="LiveId" clId="{0FBBACA8-8BB6-41D7-A153-85676A34563D}" dt="2025-07-21T16:40:39.268" v="1327" actId="1076"/>
          <ac:spMkLst>
            <pc:docMk/>
            <pc:sldMk cId="3849151734" sldId="276"/>
            <ac:spMk id="14" creationId="{92074D40-79CE-E979-DD09-0DE0F95B6BEA}"/>
          </ac:spMkLst>
        </pc:spChg>
        <pc:spChg chg="add mod">
          <ac:chgData name="Yeshasvi Rasam" userId="fa81671f39e7378d" providerId="LiveId" clId="{0FBBACA8-8BB6-41D7-A153-85676A34563D}" dt="2025-07-21T16:41:33.245" v="1332" actId="20577"/>
          <ac:spMkLst>
            <pc:docMk/>
            <pc:sldMk cId="3849151734" sldId="276"/>
            <ac:spMk id="16" creationId="{E23D99AB-EF69-B244-3A85-22046436A11E}"/>
          </ac:spMkLst>
        </pc:spChg>
        <pc:graphicFrameChg chg="del">
          <ac:chgData name="Yeshasvi Rasam" userId="fa81671f39e7378d" providerId="LiveId" clId="{0FBBACA8-8BB6-41D7-A153-85676A34563D}" dt="2025-07-21T16:02:47.272" v="351" actId="478"/>
          <ac:graphicFrameMkLst>
            <pc:docMk/>
            <pc:sldMk cId="3849151734" sldId="276"/>
            <ac:graphicFrameMk id="30" creationId="{00E021CF-1027-26E0-7C7A-95819309AA83}"/>
          </ac:graphicFrameMkLst>
        </pc:graphicFrameChg>
      </pc:sldChg>
      <pc:sldChg chg="addSp modSp new del mod ord">
        <pc:chgData name="Yeshasvi Rasam" userId="fa81671f39e7378d" providerId="LiveId" clId="{0FBBACA8-8BB6-41D7-A153-85676A34563D}" dt="2025-07-21T15:58:52.988" v="290" actId="47"/>
        <pc:sldMkLst>
          <pc:docMk/>
          <pc:sldMk cId="4135616643" sldId="276"/>
        </pc:sldMkLst>
        <pc:spChg chg="add mod">
          <ac:chgData name="Yeshasvi Rasam" userId="fa81671f39e7378d" providerId="LiveId" clId="{0FBBACA8-8BB6-41D7-A153-85676A34563D}" dt="2025-07-21T15:48:42.196" v="238" actId="20577"/>
          <ac:spMkLst>
            <pc:docMk/>
            <pc:sldMk cId="4135616643" sldId="276"/>
            <ac:spMk id="3" creationId="{826B141C-21F2-027D-78E0-A29E7EF8B2AD}"/>
          </ac:spMkLst>
        </pc:spChg>
        <pc:graphicFrameChg chg="add mod modGraphic">
          <ac:chgData name="Yeshasvi Rasam" userId="fa81671f39e7378d" providerId="LiveId" clId="{0FBBACA8-8BB6-41D7-A153-85676A34563D}" dt="2025-07-21T15:47:18.930" v="179" actId="947"/>
          <ac:graphicFrameMkLst>
            <pc:docMk/>
            <pc:sldMk cId="4135616643" sldId="276"/>
            <ac:graphicFrameMk id="2" creationId="{60C044CD-642E-FC52-0AF3-9A02D481EE35}"/>
          </ac:graphicFrameMkLst>
        </pc:graphicFrameChg>
      </pc:sldChg>
      <pc:sldChg chg="addSp delSp modSp new del mod">
        <pc:chgData name="Yeshasvi Rasam" userId="fa81671f39e7378d" providerId="LiveId" clId="{0FBBACA8-8BB6-41D7-A153-85676A34563D}" dt="2025-07-21T15:58:55.343" v="291" actId="47"/>
        <pc:sldMkLst>
          <pc:docMk/>
          <pc:sldMk cId="2548979253" sldId="277"/>
        </pc:sldMkLst>
        <pc:spChg chg="add del mod">
          <ac:chgData name="Yeshasvi Rasam" userId="fa81671f39e7378d" providerId="LiveId" clId="{0FBBACA8-8BB6-41D7-A153-85676A34563D}" dt="2025-07-21T15:52:04.665" v="244" actId="478"/>
          <ac:spMkLst>
            <pc:docMk/>
            <pc:sldMk cId="2548979253" sldId="277"/>
            <ac:spMk id="3" creationId="{D971A1FC-235E-9F5A-5035-9C6AFE6FA8F6}"/>
          </ac:spMkLst>
        </pc:spChg>
        <pc:spChg chg="add del mod">
          <ac:chgData name="Yeshasvi Rasam" userId="fa81671f39e7378d" providerId="LiveId" clId="{0FBBACA8-8BB6-41D7-A153-85676A34563D}" dt="2025-07-21T15:52:04.665" v="244" actId="478"/>
          <ac:spMkLst>
            <pc:docMk/>
            <pc:sldMk cId="2548979253" sldId="277"/>
            <ac:spMk id="5" creationId="{E662D4CB-03E3-304A-0F0C-1354287344ED}"/>
          </ac:spMkLst>
        </pc:spChg>
        <pc:spChg chg="add del mod">
          <ac:chgData name="Yeshasvi Rasam" userId="fa81671f39e7378d" providerId="LiveId" clId="{0FBBACA8-8BB6-41D7-A153-85676A34563D}" dt="2025-07-21T15:52:04.665" v="244" actId="478"/>
          <ac:spMkLst>
            <pc:docMk/>
            <pc:sldMk cId="2548979253" sldId="277"/>
            <ac:spMk id="7" creationId="{29028703-EE5E-A287-FDBF-35A912314149}"/>
          </ac:spMkLst>
        </pc:spChg>
        <pc:spChg chg="add del mod">
          <ac:chgData name="Yeshasvi Rasam" userId="fa81671f39e7378d" providerId="LiveId" clId="{0FBBACA8-8BB6-41D7-A153-85676A34563D}" dt="2025-07-21T15:52:04.665" v="244" actId="478"/>
          <ac:spMkLst>
            <pc:docMk/>
            <pc:sldMk cId="2548979253" sldId="277"/>
            <ac:spMk id="10" creationId="{BF0CE94A-5D48-419A-F5FB-BAE9603ED95F}"/>
          </ac:spMkLst>
        </pc:spChg>
        <pc:spChg chg="add del mod">
          <ac:chgData name="Yeshasvi Rasam" userId="fa81671f39e7378d" providerId="LiveId" clId="{0FBBACA8-8BB6-41D7-A153-85676A34563D}" dt="2025-07-21T15:52:04.665" v="244" actId="478"/>
          <ac:spMkLst>
            <pc:docMk/>
            <pc:sldMk cId="2548979253" sldId="277"/>
            <ac:spMk id="12" creationId="{F54C0D59-0703-0467-9B69-65BA77458F3B}"/>
          </ac:spMkLst>
        </pc:spChg>
        <pc:spChg chg="add del mod">
          <ac:chgData name="Yeshasvi Rasam" userId="fa81671f39e7378d" providerId="LiveId" clId="{0FBBACA8-8BB6-41D7-A153-85676A34563D}" dt="2025-07-21T15:52:04.665" v="244" actId="478"/>
          <ac:spMkLst>
            <pc:docMk/>
            <pc:sldMk cId="2548979253" sldId="277"/>
            <ac:spMk id="13" creationId="{11F71591-3C0B-A55A-249C-7E6DD35749CC}"/>
          </ac:spMkLst>
        </pc:spChg>
        <pc:spChg chg="add del mod">
          <ac:chgData name="Yeshasvi Rasam" userId="fa81671f39e7378d" providerId="LiveId" clId="{0FBBACA8-8BB6-41D7-A153-85676A34563D}" dt="2025-07-21T15:52:04.665" v="244" actId="478"/>
          <ac:spMkLst>
            <pc:docMk/>
            <pc:sldMk cId="2548979253" sldId="277"/>
            <ac:spMk id="14" creationId="{FE1A7021-14EC-0618-F426-8F3C3B61EF2D}"/>
          </ac:spMkLst>
        </pc:spChg>
        <pc:spChg chg="add del mod">
          <ac:chgData name="Yeshasvi Rasam" userId="fa81671f39e7378d" providerId="LiveId" clId="{0FBBACA8-8BB6-41D7-A153-85676A34563D}" dt="2025-07-21T15:52:04.665" v="244" actId="478"/>
          <ac:spMkLst>
            <pc:docMk/>
            <pc:sldMk cId="2548979253" sldId="277"/>
            <ac:spMk id="16" creationId="{6AE0013F-933E-7B16-D9CA-B7CBF307B804}"/>
          </ac:spMkLst>
        </pc:spChg>
        <pc:spChg chg="add del mod">
          <ac:chgData name="Yeshasvi Rasam" userId="fa81671f39e7378d" providerId="LiveId" clId="{0FBBACA8-8BB6-41D7-A153-85676A34563D}" dt="2025-07-21T15:52:04.665" v="244" actId="478"/>
          <ac:spMkLst>
            <pc:docMk/>
            <pc:sldMk cId="2548979253" sldId="277"/>
            <ac:spMk id="17" creationId="{10979CEA-240F-E557-C3ED-EB481DA3D8FB}"/>
          </ac:spMkLst>
        </pc:spChg>
        <pc:spChg chg="add del mod">
          <ac:chgData name="Yeshasvi Rasam" userId="fa81671f39e7378d" providerId="LiveId" clId="{0FBBACA8-8BB6-41D7-A153-85676A34563D}" dt="2025-07-21T15:52:04.665" v="244" actId="478"/>
          <ac:spMkLst>
            <pc:docMk/>
            <pc:sldMk cId="2548979253" sldId="277"/>
            <ac:spMk id="18" creationId="{09E9D6D2-F3CA-A610-6001-C18E692758B5}"/>
          </ac:spMkLst>
        </pc:spChg>
        <pc:spChg chg="add del mod">
          <ac:chgData name="Yeshasvi Rasam" userId="fa81671f39e7378d" providerId="LiveId" clId="{0FBBACA8-8BB6-41D7-A153-85676A34563D}" dt="2025-07-21T15:58:47.010" v="289" actId="478"/>
          <ac:spMkLst>
            <pc:docMk/>
            <pc:sldMk cId="2548979253" sldId="277"/>
            <ac:spMk id="20" creationId="{2A97F6D0-1D38-E517-4AB4-406FDEA68CDF}"/>
          </ac:spMkLst>
        </pc:spChg>
        <pc:spChg chg="add del mod">
          <ac:chgData name="Yeshasvi Rasam" userId="fa81671f39e7378d" providerId="LiveId" clId="{0FBBACA8-8BB6-41D7-A153-85676A34563D}" dt="2025-07-21T15:52:40.027" v="250" actId="478"/>
          <ac:spMkLst>
            <pc:docMk/>
            <pc:sldMk cId="2548979253" sldId="277"/>
            <ac:spMk id="22" creationId="{E6D80FD5-0C11-BAC8-A99C-666F1C1ABF44}"/>
          </ac:spMkLst>
        </pc:spChg>
        <pc:spChg chg="add del mod">
          <ac:chgData name="Yeshasvi Rasam" userId="fa81671f39e7378d" providerId="LiveId" clId="{0FBBACA8-8BB6-41D7-A153-85676A34563D}" dt="2025-07-21T15:52:40.027" v="250" actId="478"/>
          <ac:spMkLst>
            <pc:docMk/>
            <pc:sldMk cId="2548979253" sldId="277"/>
            <ac:spMk id="23" creationId="{67D41191-06BE-B8E5-4907-0979BDE2EE33}"/>
          </ac:spMkLst>
        </pc:spChg>
        <pc:spChg chg="add del mod">
          <ac:chgData name="Yeshasvi Rasam" userId="fa81671f39e7378d" providerId="LiveId" clId="{0FBBACA8-8BB6-41D7-A153-85676A34563D}" dt="2025-07-21T15:52:40.027" v="250" actId="478"/>
          <ac:spMkLst>
            <pc:docMk/>
            <pc:sldMk cId="2548979253" sldId="277"/>
            <ac:spMk id="24" creationId="{B1324085-CC75-AF67-1348-BCA9CFD1E435}"/>
          </ac:spMkLst>
        </pc:spChg>
        <pc:spChg chg="add del mod">
          <ac:chgData name="Yeshasvi Rasam" userId="fa81671f39e7378d" providerId="LiveId" clId="{0FBBACA8-8BB6-41D7-A153-85676A34563D}" dt="2025-07-21T15:52:40.027" v="250" actId="478"/>
          <ac:spMkLst>
            <pc:docMk/>
            <pc:sldMk cId="2548979253" sldId="277"/>
            <ac:spMk id="25" creationId="{E544F717-29A1-40EA-5C14-AE43043FAA45}"/>
          </ac:spMkLst>
        </pc:spChg>
        <pc:spChg chg="add del mod">
          <ac:chgData name="Yeshasvi Rasam" userId="fa81671f39e7378d" providerId="LiveId" clId="{0FBBACA8-8BB6-41D7-A153-85676A34563D}" dt="2025-07-21T15:52:40.027" v="250" actId="478"/>
          <ac:spMkLst>
            <pc:docMk/>
            <pc:sldMk cId="2548979253" sldId="277"/>
            <ac:spMk id="26" creationId="{CA00893F-F861-1F43-FFA5-5B9C0353AAD8}"/>
          </ac:spMkLst>
        </pc:spChg>
        <pc:spChg chg="add del mod">
          <ac:chgData name="Yeshasvi Rasam" userId="fa81671f39e7378d" providerId="LiveId" clId="{0FBBACA8-8BB6-41D7-A153-85676A34563D}" dt="2025-07-21T15:52:40.027" v="250" actId="478"/>
          <ac:spMkLst>
            <pc:docMk/>
            <pc:sldMk cId="2548979253" sldId="277"/>
            <ac:spMk id="27" creationId="{A9E5E66D-5E98-C41B-3EDF-8BEDA96ADAC3}"/>
          </ac:spMkLst>
        </pc:spChg>
        <pc:spChg chg="add del mod">
          <ac:chgData name="Yeshasvi Rasam" userId="fa81671f39e7378d" providerId="LiveId" clId="{0FBBACA8-8BB6-41D7-A153-85676A34563D}" dt="2025-07-21T15:52:40.027" v="250" actId="478"/>
          <ac:spMkLst>
            <pc:docMk/>
            <pc:sldMk cId="2548979253" sldId="277"/>
            <ac:spMk id="28" creationId="{EEC8B038-6D7B-C613-D188-E6C4CEC6051C}"/>
          </ac:spMkLst>
        </pc:spChg>
        <pc:spChg chg="add del mod">
          <ac:chgData name="Yeshasvi Rasam" userId="fa81671f39e7378d" providerId="LiveId" clId="{0FBBACA8-8BB6-41D7-A153-85676A34563D}" dt="2025-07-21T15:52:40.027" v="250" actId="478"/>
          <ac:spMkLst>
            <pc:docMk/>
            <pc:sldMk cId="2548979253" sldId="277"/>
            <ac:spMk id="29" creationId="{7B2F767E-0DAC-3EB7-092F-EC066B9B7551}"/>
          </ac:spMkLst>
        </pc:spChg>
        <pc:spChg chg="add del mod">
          <ac:chgData name="Yeshasvi Rasam" userId="fa81671f39e7378d" providerId="LiveId" clId="{0FBBACA8-8BB6-41D7-A153-85676A34563D}" dt="2025-07-21T15:52:40.027" v="250" actId="478"/>
          <ac:spMkLst>
            <pc:docMk/>
            <pc:sldMk cId="2548979253" sldId="277"/>
            <ac:spMk id="30" creationId="{33B1D9A8-6C81-5052-1F45-B21D0F6132A6}"/>
          </ac:spMkLst>
        </pc:spChg>
        <pc:spChg chg="add del mod">
          <ac:chgData name="Yeshasvi Rasam" userId="fa81671f39e7378d" providerId="LiveId" clId="{0FBBACA8-8BB6-41D7-A153-85676A34563D}" dt="2025-07-21T15:52:40.027" v="250" actId="478"/>
          <ac:spMkLst>
            <pc:docMk/>
            <pc:sldMk cId="2548979253" sldId="277"/>
            <ac:spMk id="31" creationId="{58B1548F-972D-1E2D-93C6-4F74D4545E1A}"/>
          </ac:spMkLst>
        </pc:spChg>
      </pc:sldChg>
      <pc:sldChg chg="addSp delSp modSp add mod ord">
        <pc:chgData name="Yeshasvi Rasam" userId="fa81671f39e7378d" providerId="LiveId" clId="{0FBBACA8-8BB6-41D7-A153-85676A34563D}" dt="2025-07-21T16:17:47.744" v="483" actId="14100"/>
        <pc:sldMkLst>
          <pc:docMk/>
          <pc:sldMk cId="4292549121" sldId="277"/>
        </pc:sldMkLst>
        <pc:spChg chg="mod">
          <ac:chgData name="Yeshasvi Rasam" userId="fa81671f39e7378d" providerId="LiveId" clId="{0FBBACA8-8BB6-41D7-A153-85676A34563D}" dt="2025-07-21T16:11:57.402" v="470" actId="14100"/>
          <ac:spMkLst>
            <pc:docMk/>
            <pc:sldMk cId="4292549121" sldId="277"/>
            <ac:spMk id="10" creationId="{61A13836-CC98-7CFA-4CB1-48BB87282452}"/>
          </ac:spMkLst>
        </pc:spChg>
        <pc:spChg chg="del mod">
          <ac:chgData name="Yeshasvi Rasam" userId="fa81671f39e7378d" providerId="LiveId" clId="{0FBBACA8-8BB6-41D7-A153-85676A34563D}" dt="2025-07-21T16:12:04.676" v="472" actId="478"/>
          <ac:spMkLst>
            <pc:docMk/>
            <pc:sldMk cId="4292549121" sldId="277"/>
            <ac:spMk id="11" creationId="{2C123B4A-A6B8-0F6E-DC43-775872FC3926}"/>
          </ac:spMkLst>
        </pc:spChg>
        <pc:spChg chg="del mod">
          <ac:chgData name="Yeshasvi Rasam" userId="fa81671f39e7378d" providerId="LiveId" clId="{0FBBACA8-8BB6-41D7-A153-85676A34563D}" dt="2025-07-21T16:12:16.241" v="474" actId="478"/>
          <ac:spMkLst>
            <pc:docMk/>
            <pc:sldMk cId="4292549121" sldId="277"/>
            <ac:spMk id="14" creationId="{13DF2889-E5F3-201E-C387-48780C553497}"/>
          </ac:spMkLst>
        </pc:spChg>
        <pc:picChg chg="add mod ord">
          <ac:chgData name="Yeshasvi Rasam" userId="fa81671f39e7378d" providerId="LiveId" clId="{0FBBACA8-8BB6-41D7-A153-85676A34563D}" dt="2025-07-21T16:17:47.744" v="483" actId="14100"/>
          <ac:picMkLst>
            <pc:docMk/>
            <pc:sldMk cId="4292549121" sldId="277"/>
            <ac:picMk id="13" creationId="{474E07AF-4E48-831D-B442-2C892BBF33DD}"/>
          </ac:picMkLst>
        </pc:picChg>
      </pc:sldChg>
      <pc:sldChg chg="addSp delSp modSp add mod ord">
        <pc:chgData name="Yeshasvi Rasam" userId="fa81671f39e7378d" providerId="LiveId" clId="{0FBBACA8-8BB6-41D7-A153-85676A34563D}" dt="2025-07-21T16:37:43.773" v="1245" actId="113"/>
        <pc:sldMkLst>
          <pc:docMk/>
          <pc:sldMk cId="3029596401" sldId="278"/>
        </pc:sldMkLst>
        <pc:spChg chg="del mod">
          <ac:chgData name="Yeshasvi Rasam" userId="fa81671f39e7378d" providerId="LiveId" clId="{0FBBACA8-8BB6-41D7-A153-85676A34563D}" dt="2025-07-21T16:36:29.766" v="1024" actId="478"/>
          <ac:spMkLst>
            <pc:docMk/>
            <pc:sldMk cId="3029596401" sldId="278"/>
            <ac:spMk id="9" creationId="{E43E386F-D3DF-16F6-7713-C1FE3C7531A6}"/>
          </ac:spMkLst>
        </pc:spChg>
        <pc:spChg chg="mod">
          <ac:chgData name="Yeshasvi Rasam" userId="fa81671f39e7378d" providerId="LiveId" clId="{0FBBACA8-8BB6-41D7-A153-85676A34563D}" dt="2025-07-21T16:37:31.696" v="1243" actId="20577"/>
          <ac:spMkLst>
            <pc:docMk/>
            <pc:sldMk cId="3029596401" sldId="278"/>
            <ac:spMk id="10" creationId="{EDE61B0D-F21D-F975-3AF9-41B6462E1A6D}"/>
          </ac:spMkLst>
        </pc:spChg>
        <pc:spChg chg="add mod">
          <ac:chgData name="Yeshasvi Rasam" userId="fa81671f39e7378d" providerId="LiveId" clId="{0FBBACA8-8BB6-41D7-A153-85676A34563D}" dt="2025-07-21T16:37:43.773" v="1245" actId="113"/>
          <ac:spMkLst>
            <pc:docMk/>
            <pc:sldMk cId="3029596401" sldId="278"/>
            <ac:spMk id="12" creationId="{EED7D967-C95F-1334-189C-FF39A08E2E3B}"/>
          </ac:spMkLst>
        </pc:spChg>
      </pc:sldChg>
      <pc:sldChg chg="modSp new del mod">
        <pc:chgData name="Yeshasvi Rasam" userId="fa81671f39e7378d" providerId="LiveId" clId="{0FBBACA8-8BB6-41D7-A153-85676A34563D}" dt="2025-07-21T16:37:59.256" v="1247" actId="47"/>
        <pc:sldMkLst>
          <pc:docMk/>
          <pc:sldMk cId="746000025" sldId="279"/>
        </pc:sldMkLst>
        <pc:spChg chg="mod">
          <ac:chgData name="Yeshasvi Rasam" userId="fa81671f39e7378d" providerId="LiveId" clId="{0FBBACA8-8BB6-41D7-A153-85676A34563D}" dt="2025-07-21T16:34:37.158" v="1009" actId="122"/>
          <ac:spMkLst>
            <pc:docMk/>
            <pc:sldMk cId="746000025" sldId="279"/>
            <ac:spMk id="2" creationId="{347A915D-935A-B71E-1638-410C04031833}"/>
          </ac:spMkLst>
        </pc:spChg>
        <pc:spChg chg="mod">
          <ac:chgData name="Yeshasvi Rasam" userId="fa81671f39e7378d" providerId="LiveId" clId="{0FBBACA8-8BB6-41D7-A153-85676A34563D}" dt="2025-07-21T16:34:55.680" v="1012" actId="113"/>
          <ac:spMkLst>
            <pc:docMk/>
            <pc:sldMk cId="746000025" sldId="279"/>
            <ac:spMk id="3" creationId="{E552C320-C6F3-B523-77D9-9B88E4919A82}"/>
          </ac:spMkLst>
        </pc:spChg>
      </pc:sldChg>
      <pc:sldChg chg="add">
        <pc:chgData name="Yeshasvi Rasam" userId="fa81671f39e7378d" providerId="LiveId" clId="{0FBBACA8-8BB6-41D7-A153-85676A34563D}" dt="2025-07-21T16:36:04.577" v="1022" actId="2890"/>
        <pc:sldMkLst>
          <pc:docMk/>
          <pc:sldMk cId="1308282533" sldId="280"/>
        </pc:sldMkLst>
      </pc:sldChg>
      <pc:sldChg chg="delSp modSp add del mod">
        <pc:chgData name="Yeshasvi Rasam" userId="fa81671f39e7378d" providerId="LiveId" clId="{0FBBACA8-8BB6-41D7-A153-85676A34563D}" dt="2025-07-21T16:35:53.347" v="1019" actId="47"/>
        <pc:sldMkLst>
          <pc:docMk/>
          <pc:sldMk cId="2392437822" sldId="280"/>
        </pc:sldMkLst>
        <pc:spChg chg="del">
          <ac:chgData name="Yeshasvi Rasam" userId="fa81671f39e7378d" providerId="LiveId" clId="{0FBBACA8-8BB6-41D7-A153-85676A34563D}" dt="2025-07-21T16:35:39.272" v="1017" actId="478"/>
          <ac:spMkLst>
            <pc:docMk/>
            <pc:sldMk cId="2392437822" sldId="280"/>
            <ac:spMk id="2" creationId="{31B77F29-21B7-2978-E8EF-2C4D22235989}"/>
          </ac:spMkLst>
        </pc:spChg>
        <pc:spChg chg="del mod">
          <ac:chgData name="Yeshasvi Rasam" userId="fa81671f39e7378d" providerId="LiveId" clId="{0FBBACA8-8BB6-41D7-A153-85676A34563D}" dt="2025-07-21T16:35:42.876" v="1018" actId="478"/>
          <ac:spMkLst>
            <pc:docMk/>
            <pc:sldMk cId="2392437822" sldId="280"/>
            <ac:spMk id="49" creationId="{CC5295AB-3DF3-7746-D816-0A7F0527CF6E}"/>
          </ac:spMkLst>
        </pc:spChg>
        <pc:grpChg chg="del">
          <ac:chgData name="Yeshasvi Rasam" userId="fa81671f39e7378d" providerId="LiveId" clId="{0FBBACA8-8BB6-41D7-A153-85676A34563D}" dt="2025-07-21T16:35:30.516" v="1015" actId="478"/>
          <ac:grpSpMkLst>
            <pc:docMk/>
            <pc:sldMk cId="2392437822" sldId="280"/>
            <ac:grpSpMk id="3" creationId="{FB7A0B52-9C90-5FCE-2A5D-D7BEEAD725E4}"/>
          </ac:grpSpMkLst>
        </pc:grpChg>
      </pc:sldChg>
      <pc:sldChg chg="delSp modSp add mod">
        <pc:chgData name="Yeshasvi Rasam" userId="fa81671f39e7378d" providerId="LiveId" clId="{0FBBACA8-8BB6-41D7-A153-85676A34563D}" dt="2025-07-21T16:49:42.878" v="1453" actId="20577"/>
        <pc:sldMkLst>
          <pc:docMk/>
          <pc:sldMk cId="535084781" sldId="281"/>
        </pc:sldMkLst>
        <pc:spChg chg="del mod">
          <ac:chgData name="Yeshasvi Rasam" userId="fa81671f39e7378d" providerId="LiveId" clId="{0FBBACA8-8BB6-41D7-A153-85676A34563D}" dt="2025-07-21T16:49:34.402" v="1430" actId="478"/>
          <ac:spMkLst>
            <pc:docMk/>
            <pc:sldMk cId="535084781" sldId="281"/>
            <ac:spMk id="10" creationId="{0B1ED140-9BC8-6FE0-EFFE-16B6B38D2FD9}"/>
          </ac:spMkLst>
        </pc:spChg>
        <pc:spChg chg="mod">
          <ac:chgData name="Yeshasvi Rasam" userId="fa81671f39e7378d" providerId="LiveId" clId="{0FBBACA8-8BB6-41D7-A153-85676A34563D}" dt="2025-07-21T16:49:42.878" v="1453" actId="20577"/>
          <ac:spMkLst>
            <pc:docMk/>
            <pc:sldMk cId="535084781" sldId="281"/>
            <ac:spMk id="11" creationId="{2105CDC5-6148-ED18-B8F8-7A1CAE90F1AD}"/>
          </ac:spMkLst>
        </pc:spChg>
        <pc:picChg chg="del">
          <ac:chgData name="Yeshasvi Rasam" userId="fa81671f39e7378d" providerId="LiveId" clId="{0FBBACA8-8BB6-41D7-A153-85676A34563D}" dt="2025-07-21T16:49:36.192" v="1431" actId="478"/>
          <ac:picMkLst>
            <pc:docMk/>
            <pc:sldMk cId="535084781" sldId="281"/>
            <ac:picMk id="13" creationId="{722D20C0-7434-1192-0554-121709B1A28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7.sv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6" name="Group 6"/>
          <p:cNvGrpSpPr/>
          <p:nvPr/>
        </p:nvGrpSpPr>
        <p:grpSpPr>
          <a:xfrm rot="-10800000">
            <a:off x="13106399" y="-2268953"/>
            <a:ext cx="5189769" cy="6367833"/>
            <a:chOff x="-10892" y="2142490"/>
            <a:chExt cx="7880359" cy="8490445"/>
          </a:xfrm>
        </p:grpSpPr>
        <p:sp>
          <p:nvSpPr>
            <p:cNvPr id="7" name="Freeform 7"/>
            <p:cNvSpPr/>
            <p:nvPr/>
          </p:nvSpPr>
          <p:spPr>
            <a:xfrm>
              <a:off x="-10892" y="2142490"/>
              <a:ext cx="6740750" cy="5486399"/>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2590800" y="3784745"/>
            <a:ext cx="12055352" cy="2352567"/>
          </a:xfrm>
          <a:prstGeom prst="rect">
            <a:avLst/>
          </a:prstGeom>
        </p:spPr>
        <p:txBody>
          <a:bodyPr lIns="0" tIns="0" rIns="0" bIns="0" rtlCol="0" anchor="t">
            <a:spAutoFit/>
          </a:bodyPr>
          <a:lstStyle/>
          <a:p>
            <a:pPr>
              <a:lnSpc>
                <a:spcPts val="22707"/>
              </a:lnSpc>
            </a:pPr>
            <a:r>
              <a:rPr lang="en-US" sz="4400" dirty="0">
                <a:solidFill>
                  <a:srgbClr val="0D1C38"/>
                </a:solidFill>
                <a:latin typeface="Roca One"/>
                <a:ea typeface="Roca One"/>
                <a:cs typeface="Roca One"/>
                <a:sym typeface="Roca One"/>
              </a:rPr>
              <a:t>A centralized platform to simplify student life</a:t>
            </a:r>
          </a:p>
        </p:txBody>
      </p:sp>
      <p:sp>
        <p:nvSpPr>
          <p:cNvPr id="13" name="TextBox 13"/>
          <p:cNvSpPr txBox="1"/>
          <p:nvPr/>
        </p:nvSpPr>
        <p:spPr>
          <a:xfrm>
            <a:off x="1622820" y="2809213"/>
            <a:ext cx="15679496" cy="1992853"/>
          </a:xfrm>
          <a:prstGeom prst="rect">
            <a:avLst/>
          </a:prstGeom>
        </p:spPr>
        <p:txBody>
          <a:bodyPr wrap="square" lIns="0" tIns="0" rIns="0" bIns="0" rtlCol="0" anchor="t">
            <a:spAutoFit/>
          </a:bodyPr>
          <a:lstStyle/>
          <a:p>
            <a:pPr algn="l">
              <a:lnSpc>
                <a:spcPts val="17244"/>
              </a:lnSpc>
            </a:pPr>
            <a:r>
              <a:rPr lang="en-US" sz="8800" dirty="0">
                <a:solidFill>
                  <a:srgbClr val="0D1C38"/>
                </a:solidFill>
                <a:latin typeface="Roca One"/>
                <a:ea typeface="Roca One"/>
                <a:cs typeface="Assistant" pitchFamily="2" charset="-79"/>
                <a:sym typeface="Roca One"/>
              </a:rPr>
              <a:t>Unified Student Dashboard</a:t>
            </a:r>
          </a:p>
        </p:txBody>
      </p:sp>
      <p:sp>
        <p:nvSpPr>
          <p:cNvPr id="15" name="Freeform 30">
            <a:extLst>
              <a:ext uri="{FF2B5EF4-FFF2-40B4-BE49-F238E27FC236}">
                <a16:creationId xmlns:a16="http://schemas.microsoft.com/office/drawing/2014/main" id="{B48850C4-5255-F7A3-16B4-923B9B7AD109}"/>
              </a:ext>
            </a:extLst>
          </p:cNvPr>
          <p:cNvSpPr/>
          <p:nvPr/>
        </p:nvSpPr>
        <p:spPr>
          <a:xfrm flipH="1" flipV="1">
            <a:off x="20865909"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31">
            <a:extLst>
              <a:ext uri="{FF2B5EF4-FFF2-40B4-BE49-F238E27FC236}">
                <a16:creationId xmlns:a16="http://schemas.microsoft.com/office/drawing/2014/main" id="{6E2E7F61-5E7B-7762-3E20-AAD3B1B547A7}"/>
              </a:ext>
            </a:extLst>
          </p:cNvPr>
          <p:cNvSpPr/>
          <p:nvPr/>
        </p:nvSpPr>
        <p:spPr>
          <a:xfrm>
            <a:off x="-1234440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0">
            <a:extLst>
              <a:ext uri="{FF2B5EF4-FFF2-40B4-BE49-F238E27FC236}">
                <a16:creationId xmlns:a16="http://schemas.microsoft.com/office/drawing/2014/main" id="{190D6A3C-2BAB-EAEE-5CAB-F4D3A218D8C5}"/>
              </a:ext>
            </a:extLst>
          </p:cNvPr>
          <p:cNvSpPr txBox="1"/>
          <p:nvPr/>
        </p:nvSpPr>
        <p:spPr>
          <a:xfrm>
            <a:off x="9753600" y="7277100"/>
            <a:ext cx="7772400" cy="1569660"/>
          </a:xfrm>
          <a:prstGeom prst="rect">
            <a:avLst/>
          </a:prstGeom>
          <a:noFill/>
        </p:spPr>
        <p:txBody>
          <a:bodyPr wrap="square" rtlCol="0">
            <a:spAutoFit/>
          </a:bodyPr>
          <a:lstStyle/>
          <a:p>
            <a:r>
              <a:rPr lang="en-IN" sz="3200" dirty="0">
                <a:latin typeface="Roca One" panose="020B0604020202020204" charset="0"/>
              </a:rPr>
              <a:t>Submitted by:</a:t>
            </a:r>
            <a:br>
              <a:rPr lang="en-IN" sz="3200" dirty="0">
                <a:latin typeface="Roca One" panose="020B0604020202020204" charset="0"/>
              </a:rPr>
            </a:br>
            <a:r>
              <a:rPr lang="en-IN" sz="3200" dirty="0" err="1">
                <a:latin typeface="Roca One" panose="020B0604020202020204" charset="0"/>
              </a:rPr>
              <a:t>G.Sindhu</a:t>
            </a:r>
            <a:r>
              <a:rPr lang="en-IN" sz="3200" dirty="0">
                <a:latin typeface="Roca One" panose="020B0604020202020204" charset="0"/>
              </a:rPr>
              <a:t>             245323748096</a:t>
            </a:r>
          </a:p>
          <a:p>
            <a:r>
              <a:rPr lang="en-IN" sz="3200" dirty="0" err="1">
                <a:latin typeface="Roca One" panose="020B0604020202020204" charset="0"/>
              </a:rPr>
              <a:t>G.Thanusree</a:t>
            </a:r>
            <a:r>
              <a:rPr lang="en-IN" sz="3200" dirty="0">
                <a:latin typeface="Roca One" panose="020B0604020202020204" charset="0"/>
              </a:rPr>
              <a:t>    245323748029</a:t>
            </a:r>
          </a:p>
        </p:txBody>
      </p:sp>
      <p:sp>
        <p:nvSpPr>
          <p:cNvPr id="14" name="TextBox 13">
            <a:extLst>
              <a:ext uri="{FF2B5EF4-FFF2-40B4-BE49-F238E27FC236}">
                <a16:creationId xmlns:a16="http://schemas.microsoft.com/office/drawing/2014/main" id="{0F5272DB-C431-D0CE-C881-3C08CB8B08CA}"/>
              </a:ext>
            </a:extLst>
          </p:cNvPr>
          <p:cNvSpPr txBox="1"/>
          <p:nvPr/>
        </p:nvSpPr>
        <p:spPr>
          <a:xfrm>
            <a:off x="5666830" y="1179655"/>
            <a:ext cx="9463636" cy="1015663"/>
          </a:xfrm>
          <a:prstGeom prst="rect">
            <a:avLst/>
          </a:prstGeom>
          <a:noFill/>
        </p:spPr>
        <p:txBody>
          <a:bodyPr wrap="square" rtlCol="0">
            <a:spAutoFit/>
          </a:bodyPr>
          <a:lstStyle/>
          <a:p>
            <a:r>
              <a:rPr lang="en-IN" sz="6000" dirty="0">
                <a:latin typeface="Roca One" panose="020B0604020202020204" charset="0"/>
              </a:rPr>
              <a:t>Team-UXIFY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0C66F-E715-7F2C-1B5F-AC919781E32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01A4D7-5177-057F-CF4C-DE65DA47250F}"/>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7CF5FD81-1504-FABD-E45F-2715C483CAB6}"/>
              </a:ext>
            </a:extLst>
          </p:cNvPr>
          <p:cNvGrpSpPr/>
          <p:nvPr/>
        </p:nvGrpSpPr>
        <p:grpSpPr>
          <a:xfrm>
            <a:off x="1029443" y="1028700"/>
            <a:ext cx="16229114" cy="8229600"/>
            <a:chOff x="0" y="0"/>
            <a:chExt cx="4274335" cy="2167467"/>
          </a:xfrm>
        </p:grpSpPr>
        <p:sp>
          <p:nvSpPr>
            <p:cNvPr id="4" name="Freeform 4">
              <a:extLst>
                <a:ext uri="{FF2B5EF4-FFF2-40B4-BE49-F238E27FC236}">
                  <a16:creationId xmlns:a16="http://schemas.microsoft.com/office/drawing/2014/main" id="{319A2743-25D7-C685-EA10-56E072C50190}"/>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8E38AC6E-4B76-AC35-B916-600435245C02}"/>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AAAD0FA2-CEF7-C3B6-C603-FEF72611B786}"/>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AEB13B33-4BFC-AF30-4FA8-EBC6F2A80A3C}"/>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13C9CD64-95E9-D533-34CD-783EF5FC8848}"/>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a:extLst>
              <a:ext uri="{FF2B5EF4-FFF2-40B4-BE49-F238E27FC236}">
                <a16:creationId xmlns:a16="http://schemas.microsoft.com/office/drawing/2014/main" id="{EDE61B0D-F21D-F975-3AF9-41B6462E1A6D}"/>
              </a:ext>
            </a:extLst>
          </p:cNvPr>
          <p:cNvSpPr txBox="1"/>
          <p:nvPr/>
        </p:nvSpPr>
        <p:spPr>
          <a:xfrm>
            <a:off x="2286000" y="1981774"/>
            <a:ext cx="13411199" cy="1154098"/>
          </a:xfrm>
          <a:prstGeom prst="rect">
            <a:avLst/>
          </a:prstGeom>
        </p:spPr>
        <p:txBody>
          <a:bodyPr wrap="square" lIns="0" tIns="0" rIns="0" bIns="0" rtlCol="0" anchor="t">
            <a:spAutoFit/>
          </a:bodyPr>
          <a:lstStyle/>
          <a:p>
            <a:pPr algn="ctr">
              <a:lnSpc>
                <a:spcPts val="7999"/>
              </a:lnSpc>
            </a:pPr>
            <a:r>
              <a:rPr lang="en-US" sz="9999" dirty="0">
                <a:solidFill>
                  <a:srgbClr val="0E182F"/>
                </a:solidFill>
                <a:latin typeface="Roca One"/>
                <a:ea typeface="Roca One"/>
                <a:cs typeface="Roca One"/>
                <a:sym typeface="Roca One"/>
              </a:rPr>
              <a:t>Problem Statement</a:t>
            </a:r>
          </a:p>
        </p:txBody>
      </p:sp>
      <p:sp>
        <p:nvSpPr>
          <p:cNvPr id="12" name="TextBox 11">
            <a:extLst>
              <a:ext uri="{FF2B5EF4-FFF2-40B4-BE49-F238E27FC236}">
                <a16:creationId xmlns:a16="http://schemas.microsoft.com/office/drawing/2014/main" id="{EED7D967-C95F-1334-189C-FF39A08E2E3B}"/>
              </a:ext>
            </a:extLst>
          </p:cNvPr>
          <p:cNvSpPr txBox="1"/>
          <p:nvPr/>
        </p:nvSpPr>
        <p:spPr>
          <a:xfrm>
            <a:off x="1295401" y="3897997"/>
            <a:ext cx="15977754" cy="3785652"/>
          </a:xfrm>
          <a:prstGeom prst="rect">
            <a:avLst/>
          </a:prstGeom>
          <a:noFill/>
        </p:spPr>
        <p:txBody>
          <a:bodyPr wrap="square">
            <a:spAutoFit/>
          </a:bodyPr>
          <a:lstStyle/>
          <a:p>
            <a:r>
              <a:rPr lang="en-US" sz="4000" dirty="0">
                <a:latin typeface="Roca One" panose="020B0604020202020204" charset="0"/>
              </a:rPr>
              <a:t>Students rely on multiple platforms such as WhatsApp, portals, and Telegram to access academic information. This fragmented system creates confusion, wastes time, and often leads to missed deadlines and important updates. The lack of a centralized platform makes it difficult for students to manage their academic activities efficiently.</a:t>
            </a:r>
            <a:endParaRPr lang="en-US" sz="3900" dirty="0">
              <a:latin typeface="Roca One" panose="020B0604020202020204" charset="0"/>
              <a:cs typeface="Assistant" pitchFamily="2" charset="-79"/>
            </a:endParaRPr>
          </a:p>
        </p:txBody>
      </p:sp>
    </p:spTree>
    <p:extLst>
      <p:ext uri="{BB962C8B-B14F-4D97-AF65-F5344CB8AC3E}">
        <p14:creationId xmlns:p14="http://schemas.microsoft.com/office/powerpoint/2010/main" val="302959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3000-AA34-CA98-6239-8DC9F65642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04290D-8EBC-ADE1-7A9B-77F9BF0771E0}"/>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866F5062-B209-ADC1-B3EC-E1EEB96D2377}"/>
              </a:ext>
            </a:extLst>
          </p:cNvPr>
          <p:cNvGrpSpPr/>
          <p:nvPr/>
        </p:nvGrpSpPr>
        <p:grpSpPr>
          <a:xfrm>
            <a:off x="1068286" y="1028700"/>
            <a:ext cx="16229114" cy="8229600"/>
            <a:chOff x="0" y="0"/>
            <a:chExt cx="4274335" cy="2167467"/>
          </a:xfrm>
        </p:grpSpPr>
        <p:sp>
          <p:nvSpPr>
            <p:cNvPr id="4" name="Freeform 4">
              <a:extLst>
                <a:ext uri="{FF2B5EF4-FFF2-40B4-BE49-F238E27FC236}">
                  <a16:creationId xmlns:a16="http://schemas.microsoft.com/office/drawing/2014/main" id="{C8262F95-F1B5-813C-8A45-67F4AFC0BCC9}"/>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80275F8E-0671-69F9-E5B3-56644C193314}"/>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7D812513-CF5A-CA1E-D83C-2A5F3161DB0C}"/>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C2FD2E5D-BA27-C0C9-997F-0C648D8DA387}"/>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4EF908AB-588C-39C1-8053-E8A13C180F01}"/>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9">
            <a:extLst>
              <a:ext uri="{FF2B5EF4-FFF2-40B4-BE49-F238E27FC236}">
                <a16:creationId xmlns:a16="http://schemas.microsoft.com/office/drawing/2014/main" id="{C3196BDA-E8FA-7043-0E7A-8149CA0E250C}"/>
              </a:ext>
            </a:extLst>
          </p:cNvPr>
          <p:cNvSpPr txBox="1"/>
          <p:nvPr/>
        </p:nvSpPr>
        <p:spPr>
          <a:xfrm>
            <a:off x="1524000" y="3739783"/>
            <a:ext cx="14630400" cy="2698175"/>
          </a:xfrm>
          <a:prstGeom prst="rect">
            <a:avLst/>
          </a:prstGeom>
        </p:spPr>
        <p:txBody>
          <a:bodyPr wrap="square" lIns="0" tIns="0" rIns="0" bIns="0" rtlCol="0" anchor="t">
            <a:spAutoFit/>
          </a:bodyPr>
          <a:lstStyle/>
          <a:p>
            <a:r>
              <a:rPr lang="en-US" sz="2800" b="1" dirty="0"/>
              <a:t>Name:</a:t>
            </a:r>
            <a:r>
              <a:rPr lang="en-US" sz="2800" dirty="0"/>
              <a:t> Riya Sharma</a:t>
            </a:r>
            <a:br>
              <a:rPr lang="en-US" sz="2800" dirty="0"/>
            </a:br>
            <a:r>
              <a:rPr lang="en-US" sz="2800" b="1" dirty="0"/>
              <a:t>Age:</a:t>
            </a:r>
            <a:r>
              <a:rPr lang="en-US" sz="2800" dirty="0"/>
              <a:t> 20</a:t>
            </a:r>
            <a:br>
              <a:rPr lang="en-US" sz="2800" dirty="0"/>
            </a:br>
            <a:r>
              <a:rPr lang="en-US" sz="2800" b="1" dirty="0"/>
              <a:t>Occupation:</a:t>
            </a:r>
            <a:r>
              <a:rPr lang="en-US" sz="2800" dirty="0"/>
              <a:t> Engineering Student</a:t>
            </a:r>
            <a:br>
              <a:rPr lang="en-US" sz="2800" dirty="0"/>
            </a:br>
            <a:r>
              <a:rPr lang="en-US" sz="2800" b="1" dirty="0" err="1"/>
              <a:t>Location:</a:t>
            </a:r>
            <a:r>
              <a:rPr lang="en-US" sz="2800" dirty="0" err="1"/>
              <a:t>NGIT,Hyderabad</a:t>
            </a:r>
            <a:r>
              <a:rPr lang="en-US" sz="2800" dirty="0"/>
              <a:t>, India</a:t>
            </a:r>
          </a:p>
          <a:p>
            <a:r>
              <a:rPr lang="en-US" sz="2800" b="1" dirty="0"/>
              <a:t>Personality:</a:t>
            </a:r>
            <a:r>
              <a:rPr lang="en-US" sz="2800" dirty="0"/>
              <a:t> Organized, responsible</a:t>
            </a:r>
          </a:p>
          <a:p>
            <a:pPr algn="just">
              <a:lnSpc>
                <a:spcPts val="4620"/>
              </a:lnSpc>
            </a:pPr>
            <a:endParaRPr lang="en-US" sz="3000" spc="49" dirty="0">
              <a:solidFill>
                <a:srgbClr val="0E182F"/>
              </a:solidFill>
              <a:latin typeface="Assistant"/>
              <a:ea typeface="Assistant"/>
              <a:cs typeface="Assistant"/>
              <a:sym typeface="Assistant"/>
            </a:endParaRPr>
          </a:p>
        </p:txBody>
      </p:sp>
      <p:sp>
        <p:nvSpPr>
          <p:cNvPr id="10" name="TextBox 10">
            <a:extLst>
              <a:ext uri="{FF2B5EF4-FFF2-40B4-BE49-F238E27FC236}">
                <a16:creationId xmlns:a16="http://schemas.microsoft.com/office/drawing/2014/main" id="{7ACE722C-53FA-5537-FEC3-E6E31FCEB289}"/>
              </a:ext>
            </a:extLst>
          </p:cNvPr>
          <p:cNvSpPr txBox="1"/>
          <p:nvPr/>
        </p:nvSpPr>
        <p:spPr>
          <a:xfrm>
            <a:off x="3059097" y="1981774"/>
            <a:ext cx="9742220" cy="1046440"/>
          </a:xfrm>
          <a:prstGeom prst="rect">
            <a:avLst/>
          </a:prstGeom>
        </p:spPr>
        <p:txBody>
          <a:bodyPr wrap="square" lIns="0" tIns="0" rIns="0" bIns="0" rtlCol="0" anchor="t">
            <a:spAutoFit/>
          </a:bodyPr>
          <a:lstStyle/>
          <a:p>
            <a:pPr algn="ctr">
              <a:lnSpc>
                <a:spcPts val="7999"/>
              </a:lnSpc>
            </a:pPr>
            <a:r>
              <a:rPr lang="en-US" sz="7200" dirty="0">
                <a:solidFill>
                  <a:srgbClr val="0E182F"/>
                </a:solidFill>
                <a:latin typeface="Roca One"/>
                <a:ea typeface="Roca One"/>
                <a:cs typeface="Roca One"/>
                <a:sym typeface="Roca One"/>
              </a:rPr>
              <a:t>User Persona</a:t>
            </a:r>
          </a:p>
        </p:txBody>
      </p:sp>
      <p:sp>
        <p:nvSpPr>
          <p:cNvPr id="11" name="TextBox 10">
            <a:extLst>
              <a:ext uri="{FF2B5EF4-FFF2-40B4-BE49-F238E27FC236}">
                <a16:creationId xmlns:a16="http://schemas.microsoft.com/office/drawing/2014/main" id="{340CA895-8436-C9A5-8CC7-E673AA9D64ED}"/>
              </a:ext>
            </a:extLst>
          </p:cNvPr>
          <p:cNvSpPr txBox="1"/>
          <p:nvPr/>
        </p:nvSpPr>
        <p:spPr>
          <a:xfrm>
            <a:off x="6811479" y="3314700"/>
            <a:ext cx="10372364" cy="5262979"/>
          </a:xfrm>
          <a:prstGeom prst="rect">
            <a:avLst/>
          </a:prstGeom>
          <a:noFill/>
        </p:spPr>
        <p:txBody>
          <a:bodyPr wrap="square" rtlCol="0">
            <a:spAutoFit/>
          </a:bodyPr>
          <a:lstStyle/>
          <a:p>
            <a:r>
              <a:rPr lang="en-US" sz="2800" b="1" dirty="0"/>
              <a:t>Background:</a:t>
            </a:r>
          </a:p>
          <a:p>
            <a:pPr marL="457200" indent="-457200">
              <a:buFont typeface="Wingdings" panose="05000000000000000000" pitchFamily="2" charset="2"/>
              <a:buChar char="§"/>
            </a:pPr>
            <a:r>
              <a:rPr lang="en-US" sz="2800" dirty="0"/>
              <a:t>A full-time engineering student managing multiple subjects </a:t>
            </a:r>
          </a:p>
          <a:p>
            <a:pPr marL="457200" indent="-457200">
              <a:buFont typeface="Wingdings" panose="05000000000000000000" pitchFamily="2" charset="2"/>
              <a:buChar char="§"/>
            </a:pPr>
            <a:r>
              <a:rPr lang="en-US" sz="2800" dirty="0"/>
              <a:t>Depends on different platforms for academic updates </a:t>
            </a:r>
          </a:p>
          <a:p>
            <a:pPr marL="457200" indent="-457200">
              <a:buFont typeface="Wingdings" panose="05000000000000000000" pitchFamily="2" charset="2"/>
              <a:buChar char="§"/>
            </a:pPr>
            <a:r>
              <a:rPr lang="en-US" sz="2800" dirty="0"/>
              <a:t>Often struggles to track deadlines and important notices </a:t>
            </a:r>
          </a:p>
          <a:p>
            <a:pPr marL="457200" indent="-457200">
              <a:buFont typeface="Wingdings" panose="05000000000000000000" pitchFamily="2" charset="2"/>
              <a:buChar char="§"/>
            </a:pPr>
            <a:r>
              <a:rPr lang="en-US" sz="2800" dirty="0"/>
              <a:t>Wants a simpler and more organized system </a:t>
            </a:r>
          </a:p>
          <a:p>
            <a:br>
              <a:rPr lang="en-US" sz="2800" dirty="0"/>
            </a:br>
            <a:endParaRPr lang="en-US" sz="2800" dirty="0"/>
          </a:p>
          <a:p>
            <a:r>
              <a:rPr lang="en-US" sz="2800" b="1" dirty="0"/>
              <a:t>Frustrations:</a:t>
            </a:r>
          </a:p>
          <a:p>
            <a:pPr marL="457200" indent="-457200">
              <a:buFont typeface="Wingdings" panose="05000000000000000000" pitchFamily="2" charset="2"/>
              <a:buChar char="§"/>
            </a:pPr>
            <a:r>
              <a:rPr lang="en-US" sz="2800" dirty="0"/>
              <a:t>Too many platforms for different tasks </a:t>
            </a:r>
          </a:p>
          <a:p>
            <a:pPr marL="457200" indent="-457200">
              <a:buFont typeface="Wingdings" panose="05000000000000000000" pitchFamily="2" charset="2"/>
              <a:buChar char="§"/>
            </a:pPr>
            <a:r>
              <a:rPr lang="en-US" sz="2800" dirty="0"/>
              <a:t>Misses important deadlines or updates </a:t>
            </a:r>
          </a:p>
          <a:p>
            <a:pPr marL="457200" indent="-457200">
              <a:buFont typeface="Wingdings" panose="05000000000000000000" pitchFamily="2" charset="2"/>
              <a:buChar char="§"/>
            </a:pPr>
            <a:r>
              <a:rPr lang="en-US" sz="2800" dirty="0"/>
              <a:t>Confusion about where information is posted </a:t>
            </a:r>
          </a:p>
          <a:p>
            <a:pPr marL="457200" indent="-457200">
              <a:buFont typeface="Wingdings" panose="05000000000000000000" pitchFamily="2" charset="2"/>
              <a:buChar char="§"/>
            </a:pPr>
            <a:r>
              <a:rPr lang="en-US" sz="2800" dirty="0"/>
              <a:t>Time wasted switching between apps</a:t>
            </a:r>
          </a:p>
        </p:txBody>
      </p:sp>
    </p:spTree>
    <p:extLst>
      <p:ext uri="{BB962C8B-B14F-4D97-AF65-F5344CB8AC3E}">
        <p14:creationId xmlns:p14="http://schemas.microsoft.com/office/powerpoint/2010/main" val="1308282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0772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TextBox 8">
            <a:extLst>
              <a:ext uri="{FF2B5EF4-FFF2-40B4-BE49-F238E27FC236}">
                <a16:creationId xmlns:a16="http://schemas.microsoft.com/office/drawing/2014/main" id="{14A83B67-DA15-4E2C-FE1F-6F7AA4BB17C0}"/>
              </a:ext>
            </a:extLst>
          </p:cNvPr>
          <p:cNvSpPr txBox="1"/>
          <p:nvPr/>
        </p:nvSpPr>
        <p:spPr>
          <a:xfrm>
            <a:off x="2209801" y="2095500"/>
            <a:ext cx="6781800" cy="6401753"/>
          </a:xfrm>
          <a:prstGeom prst="rect">
            <a:avLst/>
          </a:prstGeom>
          <a:noFill/>
        </p:spPr>
        <p:txBody>
          <a:bodyPr wrap="square" rtlCol="0">
            <a:spAutoFit/>
          </a:bodyPr>
          <a:lstStyle/>
          <a:p>
            <a:r>
              <a:rPr lang="en-US" sz="2800" b="1" dirty="0"/>
              <a:t>Goals:</a:t>
            </a:r>
          </a:p>
          <a:p>
            <a:pPr marL="457200" indent="-457200">
              <a:buFont typeface="Wingdings" panose="05000000000000000000" pitchFamily="2" charset="2"/>
              <a:buChar char="§"/>
            </a:pPr>
            <a:r>
              <a:rPr lang="en-US" sz="2800" dirty="0"/>
              <a:t>Access all academic information in one place </a:t>
            </a:r>
          </a:p>
          <a:p>
            <a:pPr marL="457200" indent="-457200">
              <a:buFont typeface="Wingdings" panose="05000000000000000000" pitchFamily="2" charset="2"/>
              <a:buChar char="§"/>
            </a:pPr>
            <a:r>
              <a:rPr lang="en-US" sz="2800" dirty="0"/>
              <a:t>Never miss deadlines or notices </a:t>
            </a:r>
          </a:p>
          <a:p>
            <a:pPr marL="457200" indent="-457200">
              <a:buFont typeface="Wingdings" panose="05000000000000000000" pitchFamily="2" charset="2"/>
              <a:buChar char="§"/>
            </a:pPr>
            <a:r>
              <a:rPr lang="en-US" sz="2800" dirty="0"/>
              <a:t>Save time and reduce confusion </a:t>
            </a:r>
          </a:p>
          <a:p>
            <a:pPr marL="457200" indent="-457200">
              <a:buFont typeface="Wingdings" panose="05000000000000000000" pitchFamily="2" charset="2"/>
              <a:buChar char="§"/>
            </a:pPr>
            <a:r>
              <a:rPr lang="en-US" sz="2800" dirty="0"/>
              <a:t>Improve productivity and planning </a:t>
            </a:r>
          </a:p>
          <a:p>
            <a:br>
              <a:rPr lang="en-US" sz="2800" dirty="0"/>
            </a:br>
            <a:endParaRPr lang="en-US" sz="2800" dirty="0"/>
          </a:p>
          <a:p>
            <a:r>
              <a:rPr lang="en-US" sz="2800" b="1" dirty="0"/>
              <a:t>Key Behaviors:</a:t>
            </a:r>
          </a:p>
          <a:p>
            <a:pPr marL="457200" indent="-457200">
              <a:buFont typeface="Wingdings" panose="05000000000000000000" pitchFamily="2" charset="2"/>
              <a:buChar char="§"/>
            </a:pPr>
            <a:r>
              <a:rPr lang="en-US" sz="2800" dirty="0"/>
              <a:t>Checks multiple apps frequently </a:t>
            </a:r>
          </a:p>
          <a:p>
            <a:pPr marL="457200" indent="-457200">
              <a:buFont typeface="Wingdings" panose="05000000000000000000" pitchFamily="2" charset="2"/>
              <a:buChar char="§"/>
            </a:pPr>
            <a:r>
              <a:rPr lang="en-US" sz="2800" dirty="0"/>
              <a:t>Relies on reminders and notifications </a:t>
            </a:r>
          </a:p>
          <a:p>
            <a:pPr marL="457200" indent="-457200">
              <a:buFont typeface="Wingdings" panose="05000000000000000000" pitchFamily="2" charset="2"/>
              <a:buChar char="§"/>
            </a:pPr>
            <a:r>
              <a:rPr lang="en-US" sz="2800" dirty="0"/>
              <a:t>Double-checks information to avoid missing updates </a:t>
            </a:r>
          </a:p>
          <a:p>
            <a:pPr marL="457200" indent="-457200">
              <a:buFont typeface="Wingdings" panose="05000000000000000000" pitchFamily="2" charset="2"/>
              <a:buChar char="§"/>
            </a:pPr>
            <a:r>
              <a:rPr lang="en-US" sz="2800" dirty="0"/>
              <a:t>Prefers simple and clear interfaces</a:t>
            </a:r>
          </a:p>
          <a:p>
            <a:endParaRPr lang="en-IN" dirty="0"/>
          </a:p>
        </p:txBody>
      </p:sp>
      <p:sp>
        <p:nvSpPr>
          <p:cNvPr id="11" name="TextBox 10">
            <a:extLst>
              <a:ext uri="{FF2B5EF4-FFF2-40B4-BE49-F238E27FC236}">
                <a16:creationId xmlns:a16="http://schemas.microsoft.com/office/drawing/2014/main" id="{52A6C068-0560-A908-602A-914A07D53460}"/>
              </a:ext>
            </a:extLst>
          </p:cNvPr>
          <p:cNvSpPr txBox="1"/>
          <p:nvPr/>
        </p:nvSpPr>
        <p:spPr>
          <a:xfrm>
            <a:off x="9372600" y="2324100"/>
            <a:ext cx="7391400" cy="5970865"/>
          </a:xfrm>
          <a:prstGeom prst="rect">
            <a:avLst/>
          </a:prstGeom>
          <a:noFill/>
        </p:spPr>
        <p:txBody>
          <a:bodyPr wrap="square" rtlCol="0">
            <a:spAutoFit/>
          </a:bodyPr>
          <a:lstStyle/>
          <a:p>
            <a:r>
              <a:rPr lang="en-IN" sz="2800" b="1" dirty="0"/>
              <a:t>Hobbies &amp; Interests:</a:t>
            </a:r>
          </a:p>
          <a:p>
            <a:pPr marL="457200" indent="-457200">
              <a:buFont typeface="Wingdings" panose="05000000000000000000" pitchFamily="2" charset="2"/>
              <a:buChar char="§"/>
            </a:pPr>
            <a:r>
              <a:rPr lang="en-IN" sz="2800" dirty="0"/>
              <a:t>Uses mobile apps daily for academic work </a:t>
            </a:r>
          </a:p>
          <a:p>
            <a:pPr marL="457200" indent="-457200">
              <a:buFont typeface="Wingdings" panose="05000000000000000000" pitchFamily="2" charset="2"/>
              <a:buChar char="§"/>
            </a:pPr>
            <a:r>
              <a:rPr lang="en-IN" sz="2800" dirty="0"/>
              <a:t>Prefers digital notes over handwritten </a:t>
            </a:r>
          </a:p>
          <a:p>
            <a:pPr marL="457200" indent="-457200">
              <a:buFont typeface="Wingdings" panose="05000000000000000000" pitchFamily="2" charset="2"/>
              <a:buChar char="§"/>
            </a:pPr>
            <a:r>
              <a:rPr lang="en-IN" sz="2800" dirty="0"/>
              <a:t>Regularly checks WhatsApp &amp; college portals </a:t>
            </a:r>
          </a:p>
          <a:p>
            <a:pPr marL="457200" indent="-457200">
              <a:buFont typeface="Wingdings" panose="05000000000000000000" pitchFamily="2" charset="2"/>
              <a:buChar char="§"/>
            </a:pPr>
            <a:r>
              <a:rPr lang="en-IN" sz="2800" dirty="0"/>
              <a:t>Interested in productivity and time management </a:t>
            </a:r>
          </a:p>
          <a:p>
            <a:br>
              <a:rPr lang="en-IN" sz="2800" dirty="0"/>
            </a:br>
            <a:endParaRPr lang="en-IN" sz="2800" dirty="0"/>
          </a:p>
          <a:p>
            <a:r>
              <a:rPr lang="en-IN" sz="2800" b="1" dirty="0"/>
              <a:t>Preferred Tech &amp; Tools:</a:t>
            </a:r>
          </a:p>
          <a:p>
            <a:pPr marL="457200" indent="-457200">
              <a:buFont typeface="Wingdings" panose="05000000000000000000" pitchFamily="2" charset="2"/>
              <a:buChar char="§"/>
            </a:pPr>
            <a:r>
              <a:rPr lang="en-IN" sz="2800" dirty="0"/>
              <a:t>WhatsApp (for notices) </a:t>
            </a:r>
          </a:p>
          <a:p>
            <a:pPr marL="457200" indent="-457200">
              <a:buFont typeface="Wingdings" panose="05000000000000000000" pitchFamily="2" charset="2"/>
              <a:buChar char="§"/>
            </a:pPr>
            <a:r>
              <a:rPr lang="en-IN" sz="2800" dirty="0"/>
              <a:t>College portal (for attendance) </a:t>
            </a:r>
          </a:p>
          <a:p>
            <a:pPr marL="457200" indent="-457200">
              <a:buFont typeface="Wingdings" panose="05000000000000000000" pitchFamily="2" charset="2"/>
              <a:buChar char="§"/>
            </a:pPr>
            <a:r>
              <a:rPr lang="en-IN" sz="2800" dirty="0"/>
              <a:t>Google Drive / PDFs (for materials) </a:t>
            </a:r>
          </a:p>
          <a:p>
            <a:pPr marL="457200" indent="-457200">
              <a:buFont typeface="Wingdings" panose="05000000000000000000" pitchFamily="2" charset="2"/>
              <a:buChar char="§"/>
            </a:pPr>
            <a:r>
              <a:rPr lang="en-IN" sz="2800" dirty="0"/>
              <a:t>Coding platforms (for assignments)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8A56E-5F79-486C-44E6-5792F59BE1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E30B57-C394-22B8-8118-6761C47297E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8CD68F27-8B9E-DFAC-C1A9-3B0C123EED63}"/>
              </a:ext>
            </a:extLst>
          </p:cNvPr>
          <p:cNvGrpSpPr/>
          <p:nvPr/>
        </p:nvGrpSpPr>
        <p:grpSpPr>
          <a:xfrm>
            <a:off x="1029443" y="1028700"/>
            <a:ext cx="16229114" cy="8077200"/>
            <a:chOff x="0" y="0"/>
            <a:chExt cx="4274335" cy="2167467"/>
          </a:xfrm>
        </p:grpSpPr>
        <p:sp>
          <p:nvSpPr>
            <p:cNvPr id="4" name="Freeform 4">
              <a:extLst>
                <a:ext uri="{FF2B5EF4-FFF2-40B4-BE49-F238E27FC236}">
                  <a16:creationId xmlns:a16="http://schemas.microsoft.com/office/drawing/2014/main" id="{497BD489-169A-324B-7EEA-2ECE2AAB762B}"/>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0B41A8F3-AA9A-27EE-9879-EAEC0CCB744D}"/>
                </a:ext>
              </a:extLst>
            </p:cNvPr>
            <p:cNvSpPr txBox="1"/>
            <p:nvPr/>
          </p:nvSpPr>
          <p:spPr>
            <a:xfrm>
              <a:off x="0" y="57150"/>
              <a:ext cx="4274335" cy="2110317"/>
            </a:xfrm>
            <a:prstGeom prst="rect">
              <a:avLst/>
            </a:prstGeom>
          </p:spPr>
          <p:txBody>
            <a:bodyPr lIns="50800" tIns="50800" rIns="50800" bIns="50800" rtlCol="0" anchor="ctr"/>
            <a:lstStyle/>
            <a:p>
              <a:pPr marL="285750" indent="-285750" algn="ctr">
                <a:lnSpc>
                  <a:spcPts val="2481"/>
                </a:lnSpc>
                <a:buFont typeface="Arial" panose="020B0604020202020204" pitchFamily="34" charset="0"/>
                <a:buChar char="•"/>
              </a:pPr>
              <a:endParaRPr/>
            </a:p>
          </p:txBody>
        </p:sp>
      </p:grpSp>
      <p:sp>
        <p:nvSpPr>
          <p:cNvPr id="6" name="Freeform 6">
            <a:extLst>
              <a:ext uri="{FF2B5EF4-FFF2-40B4-BE49-F238E27FC236}">
                <a16:creationId xmlns:a16="http://schemas.microsoft.com/office/drawing/2014/main" id="{5119BEA7-9F1A-C455-45F9-760BD8A999FF}"/>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8894183A-EAB8-B48D-9E4A-5239834AA263}"/>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9CD89D4C-8BFC-8348-4F3B-D075F310158B}"/>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a:extLst>
              <a:ext uri="{FF2B5EF4-FFF2-40B4-BE49-F238E27FC236}">
                <a16:creationId xmlns:a16="http://schemas.microsoft.com/office/drawing/2014/main" id="{4FE261FA-7DC9-FA16-B826-6ECF9A368994}"/>
              </a:ext>
            </a:extLst>
          </p:cNvPr>
          <p:cNvSpPr txBox="1"/>
          <p:nvPr/>
        </p:nvSpPr>
        <p:spPr>
          <a:xfrm>
            <a:off x="2446637" y="2001310"/>
            <a:ext cx="12089790" cy="992579"/>
          </a:xfrm>
          <a:prstGeom prst="rect">
            <a:avLst/>
          </a:prstGeom>
        </p:spPr>
        <p:txBody>
          <a:bodyPr wrap="square" lIns="0" tIns="0" rIns="0" bIns="0" rtlCol="0" anchor="t">
            <a:spAutoFit/>
          </a:bodyPr>
          <a:lstStyle/>
          <a:p>
            <a:pPr algn="ctr">
              <a:lnSpc>
                <a:spcPts val="6754"/>
              </a:lnSpc>
            </a:pPr>
            <a:r>
              <a:rPr lang="en-US" sz="8800" dirty="0">
                <a:solidFill>
                  <a:srgbClr val="0E182F"/>
                </a:solidFill>
                <a:latin typeface="Roca One"/>
                <a:ea typeface="Roca One"/>
                <a:cs typeface="Roca One"/>
                <a:sym typeface="Roca One"/>
              </a:rPr>
              <a:t>User Story</a:t>
            </a:r>
          </a:p>
        </p:txBody>
      </p:sp>
      <p:sp>
        <p:nvSpPr>
          <p:cNvPr id="11" name="TextBox 10">
            <a:extLst>
              <a:ext uri="{FF2B5EF4-FFF2-40B4-BE49-F238E27FC236}">
                <a16:creationId xmlns:a16="http://schemas.microsoft.com/office/drawing/2014/main" id="{F9E5587C-3751-3C65-AEEC-5A7616FA1BF3}"/>
              </a:ext>
            </a:extLst>
          </p:cNvPr>
          <p:cNvSpPr txBox="1"/>
          <p:nvPr/>
        </p:nvSpPr>
        <p:spPr>
          <a:xfrm>
            <a:off x="1600200" y="3164379"/>
            <a:ext cx="15786100" cy="4524315"/>
          </a:xfrm>
          <a:prstGeom prst="rect">
            <a:avLst/>
          </a:prstGeom>
          <a:noFill/>
        </p:spPr>
        <p:txBody>
          <a:bodyPr wrap="square">
            <a:spAutoFit/>
          </a:bodyPr>
          <a:lstStyle/>
          <a:p>
            <a:pPr>
              <a:buNone/>
            </a:pPr>
            <a:r>
              <a:rPr lang="en-US" sz="3200" dirty="0"/>
              <a:t>Riya is a college student who checks her phone daily for academic updates.</a:t>
            </a:r>
            <a:br>
              <a:rPr lang="en-US" sz="3200" dirty="0"/>
            </a:br>
            <a:r>
              <a:rPr lang="en-US" sz="3200" dirty="0"/>
              <a:t>She receives notices, assignments, and materials across multiple platforms like WhatsApp, portals, and Telegram.</a:t>
            </a:r>
            <a:br>
              <a:rPr lang="en-US" sz="3200" dirty="0"/>
            </a:br>
            <a:r>
              <a:rPr lang="en-US" sz="3200" dirty="0"/>
              <a:t>This makes it difficult for her to keep track of important information.</a:t>
            </a:r>
            <a:br>
              <a:rPr lang="en-US" sz="3200" dirty="0"/>
            </a:br>
            <a:r>
              <a:rPr lang="en-US" sz="3200" dirty="0"/>
              <a:t>She often switches between apps, feeling confused and worried about missing deadlines.</a:t>
            </a:r>
            <a:br>
              <a:rPr lang="en-US" sz="3200" dirty="0"/>
            </a:br>
            <a:r>
              <a:rPr lang="en-US" sz="3200" dirty="0"/>
              <a:t>At times, she forgets where a specific update was posted.</a:t>
            </a:r>
            <a:br>
              <a:rPr lang="en-US" sz="3200" dirty="0"/>
            </a:br>
            <a:r>
              <a:rPr lang="en-US" sz="3200" dirty="0"/>
              <a:t>Using the Unified Student Dashboard, she can access everything in one place.</a:t>
            </a:r>
            <a:br>
              <a:rPr lang="en-US" sz="3200" dirty="0"/>
            </a:br>
            <a:r>
              <a:rPr lang="en-US" sz="3200" dirty="0"/>
              <a:t>She quickly views assignments, notices, and attendance without confusion.</a:t>
            </a:r>
            <a:br>
              <a:rPr lang="en-US" sz="3200" dirty="0"/>
            </a:br>
            <a:r>
              <a:rPr lang="en-US" sz="3200" dirty="0"/>
              <a:t>This helps her save time, stay organized, and manage her academics efficiently.</a:t>
            </a:r>
            <a:endParaRPr lang="en-US" sz="3200" dirty="0">
              <a:latin typeface="Assistant" pitchFamily="2" charset="-79"/>
              <a:cs typeface="Assistant" pitchFamily="2" charset="-79"/>
            </a:endParaRPr>
          </a:p>
        </p:txBody>
      </p:sp>
    </p:spTree>
    <p:extLst>
      <p:ext uri="{BB962C8B-B14F-4D97-AF65-F5344CB8AC3E}">
        <p14:creationId xmlns:p14="http://schemas.microsoft.com/office/powerpoint/2010/main" val="3849151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5215374" y="1843159"/>
            <a:ext cx="9559952" cy="1038329"/>
          </a:xfrm>
          <a:prstGeom prst="rect">
            <a:avLst/>
          </a:prstGeom>
        </p:spPr>
        <p:txBody>
          <a:bodyPr lIns="0" tIns="0" rIns="0" bIns="0" rtlCol="0" anchor="t">
            <a:spAutoFit/>
          </a:bodyPr>
          <a:lstStyle/>
          <a:p>
            <a:pPr algn="l">
              <a:lnSpc>
                <a:spcPts val="7200"/>
              </a:lnSpc>
            </a:pPr>
            <a:r>
              <a:rPr lang="en-US" sz="8000" dirty="0">
                <a:solidFill>
                  <a:srgbClr val="0D1C38"/>
                </a:solidFill>
                <a:latin typeface="Roca One"/>
                <a:ea typeface="Roca One"/>
                <a:cs typeface="Roca One"/>
                <a:sym typeface="Roca One"/>
              </a:rPr>
              <a:t>Empathy Map</a:t>
            </a:r>
          </a:p>
        </p:txBody>
      </p:sp>
      <p:sp>
        <p:nvSpPr>
          <p:cNvPr id="10" name="TextBox 9">
            <a:extLst>
              <a:ext uri="{FF2B5EF4-FFF2-40B4-BE49-F238E27FC236}">
                <a16:creationId xmlns:a16="http://schemas.microsoft.com/office/drawing/2014/main" id="{A6287325-3908-76A0-F084-9148F4C13CCE}"/>
              </a:ext>
            </a:extLst>
          </p:cNvPr>
          <p:cNvSpPr txBox="1"/>
          <p:nvPr/>
        </p:nvSpPr>
        <p:spPr>
          <a:xfrm>
            <a:off x="1752600" y="2628900"/>
            <a:ext cx="6870891" cy="6524863"/>
          </a:xfrm>
          <a:prstGeom prst="rect">
            <a:avLst/>
          </a:prstGeom>
          <a:noFill/>
        </p:spPr>
        <p:txBody>
          <a:bodyPr wrap="square" rtlCol="0">
            <a:spAutoFit/>
          </a:bodyPr>
          <a:lstStyle/>
          <a:p>
            <a:r>
              <a:rPr lang="en-US" sz="2000" b="1" dirty="0"/>
              <a:t>Think:</a:t>
            </a:r>
          </a:p>
          <a:p>
            <a:pPr marL="342900" indent="-342900">
              <a:buFont typeface="Arial" panose="020B0604020202020204" pitchFamily="34" charset="0"/>
              <a:buChar char="•"/>
            </a:pPr>
            <a:r>
              <a:rPr lang="en-US" sz="2000" dirty="0"/>
              <a:t>I need to keep track of assignments and notices properly </a:t>
            </a:r>
          </a:p>
          <a:p>
            <a:pPr marL="342900" indent="-342900">
              <a:buFont typeface="Arial" panose="020B0604020202020204" pitchFamily="34" charset="0"/>
              <a:buChar char="•"/>
            </a:pPr>
            <a:r>
              <a:rPr lang="en-US" sz="2000" dirty="0"/>
              <a:t>Where was this update posted? </a:t>
            </a:r>
          </a:p>
          <a:p>
            <a:pPr marL="342900" indent="-342900">
              <a:buFont typeface="Arial" panose="020B0604020202020204" pitchFamily="34" charset="0"/>
              <a:buChar char="•"/>
            </a:pPr>
            <a:r>
              <a:rPr lang="en-US" sz="2000" dirty="0"/>
              <a:t>I hope I didn’t miss any deadlines </a:t>
            </a:r>
          </a:p>
          <a:p>
            <a:pPr marL="342900" indent="-342900">
              <a:buFont typeface="Arial" panose="020B0604020202020204" pitchFamily="34" charset="0"/>
              <a:buChar char="•"/>
            </a:pPr>
            <a:r>
              <a:rPr lang="en-US" sz="2000" dirty="0"/>
              <a:t>Why is everything scattered across different platforms? </a:t>
            </a:r>
          </a:p>
          <a:p>
            <a:pPr marL="342900" indent="-342900">
              <a:buFont typeface="Arial" panose="020B0604020202020204" pitchFamily="34" charset="0"/>
              <a:buChar char="•"/>
            </a:pPr>
            <a:r>
              <a:rPr lang="en-US" sz="2000" dirty="0"/>
              <a:t>I wish everything was available in one place</a:t>
            </a:r>
          </a:p>
          <a:p>
            <a:endParaRPr lang="en-US" sz="2000" dirty="0"/>
          </a:p>
          <a:p>
            <a:r>
              <a:rPr lang="en-US" sz="2000" b="1" dirty="0"/>
              <a:t>Say:</a:t>
            </a:r>
          </a:p>
          <a:p>
            <a:pPr marL="342900" indent="-342900">
              <a:buFont typeface="Arial" panose="020B0604020202020204" pitchFamily="34" charset="0"/>
              <a:buChar char="•"/>
            </a:pPr>
            <a:r>
              <a:rPr lang="en-US" sz="2000" dirty="0"/>
              <a:t>“Where did they send this notice?” </a:t>
            </a:r>
          </a:p>
          <a:p>
            <a:pPr marL="342900" indent="-342900">
              <a:buFont typeface="Arial" panose="020B0604020202020204" pitchFamily="34" charset="0"/>
              <a:buChar char="•"/>
            </a:pPr>
            <a:r>
              <a:rPr lang="en-US" sz="2000" dirty="0"/>
              <a:t>“I think I missed something important.” </a:t>
            </a:r>
          </a:p>
          <a:p>
            <a:pPr marL="342900" indent="-342900">
              <a:buFont typeface="Arial" panose="020B0604020202020204" pitchFamily="34" charset="0"/>
              <a:buChar char="•"/>
            </a:pPr>
            <a:r>
              <a:rPr lang="en-US" sz="2000" dirty="0"/>
              <a:t>“There are too many apps to check.” </a:t>
            </a:r>
          </a:p>
          <a:p>
            <a:pPr marL="342900" indent="-342900">
              <a:buFont typeface="Arial" panose="020B0604020202020204" pitchFamily="34" charset="0"/>
              <a:buChar char="•"/>
            </a:pPr>
            <a:r>
              <a:rPr lang="en-US" sz="2000" dirty="0"/>
              <a:t>“This is so confusing!” </a:t>
            </a:r>
          </a:p>
          <a:p>
            <a:pPr marL="342900" indent="-342900">
              <a:buFont typeface="Arial" panose="020B0604020202020204" pitchFamily="34" charset="0"/>
              <a:buChar char="•"/>
            </a:pPr>
            <a:r>
              <a:rPr lang="en-US" sz="2000" dirty="0"/>
              <a:t>“I wish there was a single platform for everything.”</a:t>
            </a:r>
          </a:p>
          <a:p>
            <a:endParaRPr lang="en-US" sz="2000" dirty="0"/>
          </a:p>
          <a:p>
            <a:r>
              <a:rPr lang="en-US" sz="2000" b="1" dirty="0"/>
              <a:t>Key Pain Points:</a:t>
            </a:r>
          </a:p>
          <a:p>
            <a:pPr marL="342900" indent="-342900">
              <a:buFont typeface="Arial" panose="020B0604020202020204" pitchFamily="34" charset="0"/>
              <a:buChar char="•"/>
            </a:pPr>
            <a:r>
              <a:rPr lang="en-US" sz="2000" dirty="0"/>
              <a:t>Too many platforms to manage </a:t>
            </a:r>
          </a:p>
          <a:p>
            <a:pPr marL="342900" indent="-342900">
              <a:buFont typeface="Arial" panose="020B0604020202020204" pitchFamily="34" charset="0"/>
              <a:buChar char="•"/>
            </a:pPr>
            <a:r>
              <a:rPr lang="en-US" sz="2000" dirty="0"/>
              <a:t>Missed deadlines and updates </a:t>
            </a:r>
          </a:p>
          <a:p>
            <a:pPr marL="342900" indent="-342900">
              <a:buFont typeface="Arial" panose="020B0604020202020204" pitchFamily="34" charset="0"/>
              <a:buChar char="•"/>
            </a:pPr>
            <a:r>
              <a:rPr lang="en-US" sz="2000" dirty="0"/>
              <a:t>Time wasted switching apps </a:t>
            </a:r>
          </a:p>
          <a:p>
            <a:pPr marL="342900" indent="-342900">
              <a:buFont typeface="Arial" panose="020B0604020202020204" pitchFamily="34" charset="0"/>
              <a:buChar char="•"/>
            </a:pPr>
            <a:r>
              <a:rPr lang="en-US" sz="2000" dirty="0"/>
              <a:t>No centralized system </a:t>
            </a:r>
          </a:p>
          <a:p>
            <a:pPr marL="342900" indent="-342900">
              <a:buFont typeface="Arial" panose="020B0604020202020204" pitchFamily="34" charset="0"/>
              <a:buChar char="•"/>
            </a:pPr>
            <a:r>
              <a:rPr lang="en-US" sz="2000" dirty="0"/>
              <a:t>Information overload</a:t>
            </a:r>
          </a:p>
          <a:p>
            <a:endParaRPr lang="en-IN" dirty="0"/>
          </a:p>
        </p:txBody>
      </p:sp>
      <p:sp>
        <p:nvSpPr>
          <p:cNvPr id="12" name="TextBox 11">
            <a:extLst>
              <a:ext uri="{FF2B5EF4-FFF2-40B4-BE49-F238E27FC236}">
                <a16:creationId xmlns:a16="http://schemas.microsoft.com/office/drawing/2014/main" id="{3706A007-EC59-8ADF-27AB-DF68B805C55B}"/>
              </a:ext>
            </a:extLst>
          </p:cNvPr>
          <p:cNvSpPr txBox="1"/>
          <p:nvPr/>
        </p:nvSpPr>
        <p:spPr>
          <a:xfrm>
            <a:off x="10020895" y="2760078"/>
            <a:ext cx="8077200" cy="6524863"/>
          </a:xfrm>
          <a:prstGeom prst="rect">
            <a:avLst/>
          </a:prstGeom>
          <a:noFill/>
        </p:spPr>
        <p:txBody>
          <a:bodyPr wrap="square" rtlCol="0">
            <a:spAutoFit/>
          </a:bodyPr>
          <a:lstStyle/>
          <a:p>
            <a:r>
              <a:rPr lang="en-US" sz="2000" b="1" dirty="0"/>
              <a:t>Feel:</a:t>
            </a:r>
          </a:p>
          <a:p>
            <a:pPr marL="342900" indent="-342900">
              <a:buFont typeface="Arial" panose="020B0604020202020204" pitchFamily="34" charset="0"/>
              <a:buChar char="•"/>
            </a:pPr>
            <a:r>
              <a:rPr lang="en-US" sz="2000" dirty="0"/>
              <a:t>Frustrated due to scattered information </a:t>
            </a:r>
          </a:p>
          <a:p>
            <a:pPr marL="342900" indent="-342900">
              <a:buFont typeface="Arial" panose="020B0604020202020204" pitchFamily="34" charset="0"/>
              <a:buChar char="•"/>
            </a:pPr>
            <a:r>
              <a:rPr lang="en-US" sz="2000" dirty="0"/>
              <a:t>Stressed about missing deadlines </a:t>
            </a:r>
          </a:p>
          <a:p>
            <a:pPr marL="342900" indent="-342900">
              <a:buFont typeface="Arial" panose="020B0604020202020204" pitchFamily="34" charset="0"/>
              <a:buChar char="•"/>
            </a:pPr>
            <a:r>
              <a:rPr lang="en-US" sz="2000" dirty="0"/>
              <a:t>Confused about where to find updates </a:t>
            </a:r>
          </a:p>
          <a:p>
            <a:pPr marL="342900" indent="-342900">
              <a:buFont typeface="Arial" panose="020B0604020202020204" pitchFamily="34" charset="0"/>
              <a:buChar char="•"/>
            </a:pPr>
            <a:r>
              <a:rPr lang="en-US" sz="2000" dirty="0"/>
              <a:t>Relieved when everything is found </a:t>
            </a:r>
          </a:p>
          <a:p>
            <a:pPr marL="342900" indent="-342900">
              <a:buFont typeface="Arial" panose="020B0604020202020204" pitchFamily="34" charset="0"/>
              <a:buChar char="•"/>
            </a:pPr>
            <a:r>
              <a:rPr lang="en-US" sz="2000" dirty="0"/>
              <a:t>Annoyed by switching multiple apps</a:t>
            </a:r>
          </a:p>
          <a:p>
            <a:endParaRPr lang="en-IN" sz="2000" dirty="0"/>
          </a:p>
          <a:p>
            <a:r>
              <a:rPr lang="en-US" sz="2000" b="1" dirty="0"/>
              <a:t>Do:</a:t>
            </a:r>
          </a:p>
          <a:p>
            <a:pPr marL="342900" indent="-342900">
              <a:buFont typeface="Arial" panose="020B0604020202020204" pitchFamily="34" charset="0"/>
              <a:buChar char="•"/>
            </a:pPr>
            <a:r>
              <a:rPr lang="en-US" sz="2000" dirty="0"/>
              <a:t>Checks WhatsApp groups frequently </a:t>
            </a:r>
          </a:p>
          <a:p>
            <a:pPr marL="342900" indent="-342900">
              <a:buFont typeface="Arial" panose="020B0604020202020204" pitchFamily="34" charset="0"/>
              <a:buChar char="•"/>
            </a:pPr>
            <a:r>
              <a:rPr lang="en-US" sz="2000" dirty="0"/>
              <a:t>Logs into different portals for attendance </a:t>
            </a:r>
          </a:p>
          <a:p>
            <a:pPr marL="342900" indent="-342900">
              <a:buFont typeface="Arial" panose="020B0604020202020204" pitchFamily="34" charset="0"/>
              <a:buChar char="•"/>
            </a:pPr>
            <a:r>
              <a:rPr lang="en-US" sz="2000" dirty="0"/>
              <a:t>Searches Telegram or Drive for materials </a:t>
            </a:r>
          </a:p>
          <a:p>
            <a:pPr marL="342900" indent="-342900">
              <a:buFont typeface="Arial" panose="020B0604020202020204" pitchFamily="34" charset="0"/>
              <a:buChar char="•"/>
            </a:pPr>
            <a:r>
              <a:rPr lang="en-US" sz="2000" dirty="0"/>
              <a:t>Switches between multiple apps repeatedly </a:t>
            </a:r>
          </a:p>
          <a:p>
            <a:pPr marL="342900" indent="-342900">
              <a:buFont typeface="Arial" panose="020B0604020202020204" pitchFamily="34" charset="0"/>
              <a:buChar char="•"/>
            </a:pPr>
            <a:r>
              <a:rPr lang="en-US" sz="2000" dirty="0"/>
              <a:t>Sets reminders to avoid missing deadlines</a:t>
            </a:r>
          </a:p>
          <a:p>
            <a:endParaRPr lang="en-US" sz="2000" dirty="0"/>
          </a:p>
          <a:p>
            <a:r>
              <a:rPr lang="en-US" sz="2000" b="1" dirty="0"/>
              <a:t>Key Learnings / Opportunities:</a:t>
            </a:r>
          </a:p>
          <a:p>
            <a:pPr marL="342900" indent="-342900">
              <a:buFont typeface="Arial" panose="020B0604020202020204" pitchFamily="34" charset="0"/>
              <a:buChar char="•"/>
            </a:pPr>
            <a:r>
              <a:rPr lang="en-US" sz="2000" dirty="0"/>
              <a:t>Need for a centralized dashboard </a:t>
            </a:r>
          </a:p>
          <a:p>
            <a:pPr marL="342900" indent="-342900">
              <a:buFont typeface="Arial" panose="020B0604020202020204" pitchFamily="34" charset="0"/>
              <a:buChar char="•"/>
            </a:pPr>
            <a:r>
              <a:rPr lang="en-US" sz="2000" dirty="0"/>
              <a:t>Highlight urgent tasks clearly </a:t>
            </a:r>
          </a:p>
          <a:p>
            <a:pPr marL="342900" indent="-342900">
              <a:buFont typeface="Arial" panose="020B0604020202020204" pitchFamily="34" charset="0"/>
              <a:buChar char="•"/>
            </a:pPr>
            <a:r>
              <a:rPr lang="en-US" sz="2000" dirty="0"/>
              <a:t>Provide all resources in one place </a:t>
            </a:r>
          </a:p>
          <a:p>
            <a:pPr marL="342900" indent="-342900">
              <a:buFont typeface="Arial" panose="020B0604020202020204" pitchFamily="34" charset="0"/>
              <a:buChar char="•"/>
            </a:pPr>
            <a:r>
              <a:rPr lang="en-US" sz="2000" dirty="0"/>
              <a:t>Reduce app switching </a:t>
            </a:r>
          </a:p>
          <a:p>
            <a:pPr marL="342900" indent="-342900">
              <a:buFont typeface="Arial" panose="020B0604020202020204" pitchFamily="34" charset="0"/>
              <a:buChar char="•"/>
            </a:pPr>
            <a:r>
              <a:rPr lang="en-US" sz="2000" dirty="0"/>
              <a:t>Improve student productivity</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393EE-3668-FE2E-21E2-E358EA08253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25C3C0-A63E-F19B-513B-FA0D7B3882F7}"/>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265745E4-5985-DF02-EBD4-8FF31273EA69}"/>
              </a:ext>
            </a:extLst>
          </p:cNvPr>
          <p:cNvGrpSpPr/>
          <p:nvPr/>
        </p:nvGrpSpPr>
        <p:grpSpPr>
          <a:xfrm>
            <a:off x="1029443" y="1028700"/>
            <a:ext cx="16229114" cy="8229600"/>
            <a:chOff x="0" y="0"/>
            <a:chExt cx="4274335" cy="2167467"/>
          </a:xfrm>
        </p:grpSpPr>
        <p:sp>
          <p:nvSpPr>
            <p:cNvPr id="4" name="Freeform 4">
              <a:extLst>
                <a:ext uri="{FF2B5EF4-FFF2-40B4-BE49-F238E27FC236}">
                  <a16:creationId xmlns:a16="http://schemas.microsoft.com/office/drawing/2014/main" id="{C6AAB2DC-3575-3AD8-3346-D5BBB07DBA10}"/>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6ED5CDAA-335C-136F-5148-F9D78677A60D}"/>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4926C337-B651-8FB7-4D4B-A5E403194A79}"/>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9F6A0985-E8F4-486D-E456-5DB08344A280}"/>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FE122751-1A5E-EA52-F26E-E2C0E13DB355}"/>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5F1656B4-4AA1-7D27-0E1D-9DD95B45E5B3}"/>
              </a:ext>
            </a:extLst>
          </p:cNvPr>
          <p:cNvSpPr txBox="1"/>
          <p:nvPr/>
        </p:nvSpPr>
        <p:spPr>
          <a:xfrm>
            <a:off x="2209800" y="1661217"/>
            <a:ext cx="11963400" cy="1600438"/>
          </a:xfrm>
          <a:prstGeom prst="rect">
            <a:avLst/>
          </a:prstGeom>
          <a:noFill/>
        </p:spPr>
        <p:txBody>
          <a:bodyPr wrap="square" rtlCol="0">
            <a:spAutoFit/>
          </a:bodyPr>
          <a:lstStyle/>
          <a:p>
            <a:pPr algn="ctr"/>
            <a:r>
              <a:rPr lang="en-US" sz="8000" dirty="0">
                <a:solidFill>
                  <a:srgbClr val="0D1C38"/>
                </a:solidFill>
                <a:latin typeface="Roca One"/>
                <a:ea typeface="Roca One"/>
                <a:cs typeface="Roca One"/>
                <a:sym typeface="Roca One"/>
              </a:rPr>
              <a:t>Pain points</a:t>
            </a:r>
          </a:p>
          <a:p>
            <a:endParaRPr lang="en-IN" dirty="0"/>
          </a:p>
        </p:txBody>
      </p:sp>
      <p:sp>
        <p:nvSpPr>
          <p:cNvPr id="15" name="TextBox 14">
            <a:extLst>
              <a:ext uri="{FF2B5EF4-FFF2-40B4-BE49-F238E27FC236}">
                <a16:creationId xmlns:a16="http://schemas.microsoft.com/office/drawing/2014/main" id="{2F5CEAFB-4A34-6C95-C63C-387C298301DD}"/>
              </a:ext>
            </a:extLst>
          </p:cNvPr>
          <p:cNvSpPr txBox="1"/>
          <p:nvPr/>
        </p:nvSpPr>
        <p:spPr>
          <a:xfrm>
            <a:off x="2712398" y="3856668"/>
            <a:ext cx="12877800" cy="3785652"/>
          </a:xfrm>
          <a:prstGeom prst="rect">
            <a:avLst/>
          </a:prstGeom>
          <a:noFill/>
        </p:spPr>
        <p:txBody>
          <a:bodyPr wrap="square" rtlCol="0">
            <a:spAutoFit/>
          </a:bodyPr>
          <a:lstStyle/>
          <a:p>
            <a:pPr marL="571500" indent="-571500">
              <a:buFont typeface="Wingdings" panose="05000000000000000000" pitchFamily="2" charset="2"/>
              <a:buChar char="§"/>
            </a:pPr>
            <a:r>
              <a:rPr lang="en-US" sz="4000" dirty="0"/>
              <a:t>Multiple platforms for different academic tasks</a:t>
            </a:r>
          </a:p>
          <a:p>
            <a:pPr marL="571500" indent="-571500">
              <a:buFont typeface="Wingdings" panose="05000000000000000000" pitchFamily="2" charset="2"/>
              <a:buChar char="§"/>
            </a:pPr>
            <a:r>
              <a:rPr lang="en-US" sz="4000" dirty="0"/>
              <a:t>Difficulty tracking notices, assignments, and materials</a:t>
            </a:r>
          </a:p>
          <a:p>
            <a:pPr marL="571500" indent="-571500">
              <a:buFont typeface="Wingdings" panose="05000000000000000000" pitchFamily="2" charset="2"/>
              <a:buChar char="§"/>
            </a:pPr>
            <a:r>
              <a:rPr lang="en-US" sz="4000" dirty="0"/>
              <a:t>Missed deadlines and important updates</a:t>
            </a:r>
          </a:p>
          <a:p>
            <a:pPr marL="571500" indent="-571500">
              <a:buFont typeface="Wingdings" panose="05000000000000000000" pitchFamily="2" charset="2"/>
              <a:buChar char="§"/>
            </a:pPr>
            <a:r>
              <a:rPr lang="en-US" sz="4000" dirty="0"/>
              <a:t>Time wasted switching between applications</a:t>
            </a:r>
          </a:p>
          <a:p>
            <a:pPr marL="571500" indent="-571500">
              <a:buFont typeface="Wingdings" panose="05000000000000000000" pitchFamily="2" charset="2"/>
              <a:buChar char="§"/>
            </a:pPr>
            <a:r>
              <a:rPr lang="en-US" sz="4000" dirty="0"/>
              <a:t>Lack of a centralized system</a:t>
            </a:r>
          </a:p>
          <a:p>
            <a:pPr marL="571500" indent="-571500">
              <a:buFont typeface="Wingdings" panose="05000000000000000000" pitchFamily="2" charset="2"/>
              <a:buChar char="§"/>
            </a:pPr>
            <a:r>
              <a:rPr lang="en-IN" sz="4000" dirty="0"/>
              <a:t>Information overload and confusion</a:t>
            </a:r>
          </a:p>
        </p:txBody>
      </p:sp>
    </p:spTree>
    <p:extLst>
      <p:ext uri="{BB962C8B-B14F-4D97-AF65-F5344CB8AC3E}">
        <p14:creationId xmlns:p14="http://schemas.microsoft.com/office/powerpoint/2010/main" val="3091892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8A398-FFFF-8BE8-A5BA-D83B3F0F88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E5E860-0629-E028-E598-9A8D6182E11A}"/>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2919FF22-2178-7621-1C43-340F9F56FA18}"/>
              </a:ext>
            </a:extLst>
          </p:cNvPr>
          <p:cNvGrpSpPr/>
          <p:nvPr/>
        </p:nvGrpSpPr>
        <p:grpSpPr>
          <a:xfrm>
            <a:off x="1029443" y="1028700"/>
            <a:ext cx="16229114" cy="8229600"/>
            <a:chOff x="0" y="0"/>
            <a:chExt cx="4274335" cy="2167467"/>
          </a:xfrm>
        </p:grpSpPr>
        <p:sp>
          <p:nvSpPr>
            <p:cNvPr id="4" name="Freeform 4">
              <a:extLst>
                <a:ext uri="{FF2B5EF4-FFF2-40B4-BE49-F238E27FC236}">
                  <a16:creationId xmlns:a16="http://schemas.microsoft.com/office/drawing/2014/main" id="{CAD09ABD-AE41-B6AD-AD3B-BA0B747FB6E4}"/>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3CA885D0-31D6-3F35-7B2E-48F31BEB2B56}"/>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A846076A-983A-2C30-DC7D-948D8A8AD9E6}"/>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74FDD746-4A74-7BF0-75A0-5C93E65897BC}"/>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86825158-C2E3-54C2-9AC5-D4B16F47C73F}"/>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a:extLst>
              <a:ext uri="{FF2B5EF4-FFF2-40B4-BE49-F238E27FC236}">
                <a16:creationId xmlns:a16="http://schemas.microsoft.com/office/drawing/2014/main" id="{9DA64678-258D-BF23-3D20-5FCA54C85995}"/>
              </a:ext>
            </a:extLst>
          </p:cNvPr>
          <p:cNvSpPr txBox="1"/>
          <p:nvPr/>
        </p:nvSpPr>
        <p:spPr>
          <a:xfrm>
            <a:off x="5536881" y="2039710"/>
            <a:ext cx="9743718" cy="1115690"/>
          </a:xfrm>
          <a:prstGeom prst="rect">
            <a:avLst/>
          </a:prstGeom>
        </p:spPr>
        <p:txBody>
          <a:bodyPr wrap="square" lIns="0" tIns="0" rIns="0" bIns="0" rtlCol="0" anchor="t">
            <a:spAutoFit/>
          </a:bodyPr>
          <a:lstStyle/>
          <a:p>
            <a:pPr algn="just">
              <a:lnSpc>
                <a:spcPts val="7600"/>
              </a:lnSpc>
            </a:pPr>
            <a:r>
              <a:rPr lang="en-US" sz="10000" dirty="0">
                <a:solidFill>
                  <a:srgbClr val="0D1C38"/>
                </a:solidFill>
                <a:latin typeface="Roca One"/>
                <a:ea typeface="Roca One"/>
                <a:cs typeface="Roca One"/>
                <a:sym typeface="Roca One"/>
              </a:rPr>
              <a:t> </a:t>
            </a:r>
            <a:r>
              <a:rPr lang="en-US" sz="8000" dirty="0">
                <a:solidFill>
                  <a:srgbClr val="0D1C38"/>
                </a:solidFill>
                <a:latin typeface="Roca One"/>
                <a:ea typeface="Roca One"/>
                <a:cs typeface="Roca One"/>
                <a:sym typeface="Roca One"/>
              </a:rPr>
              <a:t>Feature List</a:t>
            </a:r>
            <a:endParaRPr lang="en-US" sz="10000" dirty="0">
              <a:solidFill>
                <a:srgbClr val="0D1C38"/>
              </a:solidFill>
              <a:latin typeface="Roca One"/>
              <a:ea typeface="Roca One"/>
              <a:cs typeface="Roca One"/>
              <a:sym typeface="Roca One"/>
            </a:endParaRPr>
          </a:p>
        </p:txBody>
      </p:sp>
      <p:sp>
        <p:nvSpPr>
          <p:cNvPr id="9" name="TextBox 8">
            <a:extLst>
              <a:ext uri="{FF2B5EF4-FFF2-40B4-BE49-F238E27FC236}">
                <a16:creationId xmlns:a16="http://schemas.microsoft.com/office/drawing/2014/main" id="{3944F36A-6328-64A1-D1B6-D3BEC995D5F1}"/>
              </a:ext>
            </a:extLst>
          </p:cNvPr>
          <p:cNvSpPr txBox="1"/>
          <p:nvPr/>
        </p:nvSpPr>
        <p:spPr>
          <a:xfrm>
            <a:off x="3276600" y="3454893"/>
            <a:ext cx="13338246" cy="3785652"/>
          </a:xfrm>
          <a:prstGeom prst="rect">
            <a:avLst/>
          </a:prstGeom>
          <a:noFill/>
        </p:spPr>
        <p:txBody>
          <a:bodyPr wrap="square" rtlCol="0">
            <a:spAutoFit/>
          </a:bodyPr>
          <a:lstStyle/>
          <a:p>
            <a:pPr marL="571500" indent="-571500">
              <a:buFont typeface="Wingdings" panose="05000000000000000000" pitchFamily="2" charset="2"/>
              <a:buChar char="§"/>
            </a:pPr>
            <a:r>
              <a:rPr lang="en-US" sz="4000" dirty="0"/>
              <a:t>Centralized dashboard for all academic activities </a:t>
            </a:r>
          </a:p>
          <a:p>
            <a:pPr marL="571500" indent="-571500">
              <a:buFont typeface="Wingdings" panose="05000000000000000000" pitchFamily="2" charset="2"/>
              <a:buChar char="§"/>
            </a:pPr>
            <a:r>
              <a:rPr lang="en-US" sz="4000" dirty="0"/>
              <a:t>Real-time notices and updates </a:t>
            </a:r>
          </a:p>
          <a:p>
            <a:pPr marL="571500" indent="-571500">
              <a:buFont typeface="Wingdings" panose="05000000000000000000" pitchFamily="2" charset="2"/>
              <a:buChar char="§"/>
            </a:pPr>
            <a:r>
              <a:rPr lang="en-US" sz="4000" dirty="0"/>
              <a:t>Assignment tracking with deadlines </a:t>
            </a:r>
          </a:p>
          <a:p>
            <a:pPr marL="571500" indent="-571500">
              <a:buFont typeface="Wingdings" panose="05000000000000000000" pitchFamily="2" charset="2"/>
              <a:buChar char="§"/>
            </a:pPr>
            <a:r>
              <a:rPr lang="en-US" sz="4000" dirty="0"/>
              <a:t>Study materials access and download </a:t>
            </a:r>
          </a:p>
          <a:p>
            <a:pPr marL="571500" indent="-571500">
              <a:buFont typeface="Wingdings" panose="05000000000000000000" pitchFamily="2" charset="2"/>
              <a:buChar char="§"/>
            </a:pPr>
            <a:r>
              <a:rPr lang="en-US" sz="4000" dirty="0"/>
              <a:t>Attendance overview with percentage</a:t>
            </a:r>
          </a:p>
          <a:p>
            <a:pPr marL="571500" indent="-571500">
              <a:buFont typeface="Wingdings" panose="05000000000000000000" pitchFamily="2" charset="2"/>
              <a:buChar char="§"/>
            </a:pPr>
            <a:r>
              <a:rPr lang="en-US" sz="4000" dirty="0"/>
              <a:t>Highlight urgent tasks and notifications</a:t>
            </a:r>
            <a:endParaRPr lang="en-IN" sz="4000" dirty="0"/>
          </a:p>
        </p:txBody>
      </p:sp>
    </p:spTree>
    <p:extLst>
      <p:ext uri="{BB962C8B-B14F-4D97-AF65-F5344CB8AC3E}">
        <p14:creationId xmlns:p14="http://schemas.microsoft.com/office/powerpoint/2010/main" val="2091415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219134"/>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2590800" y="1704212"/>
            <a:ext cx="14173200" cy="1110817"/>
          </a:xfrm>
          <a:prstGeom prst="rect">
            <a:avLst/>
          </a:prstGeom>
        </p:spPr>
        <p:txBody>
          <a:bodyPr wrap="square" lIns="0" tIns="0" rIns="0" bIns="0" rtlCol="0" anchor="t">
            <a:spAutoFit/>
          </a:bodyPr>
          <a:lstStyle/>
          <a:p>
            <a:pPr algn="l">
              <a:lnSpc>
                <a:spcPts val="7699"/>
              </a:lnSpc>
            </a:pPr>
            <a:r>
              <a:rPr lang="en-US" sz="8000" dirty="0">
                <a:solidFill>
                  <a:srgbClr val="0E182F"/>
                </a:solidFill>
                <a:latin typeface="Roca One"/>
                <a:ea typeface="Roca One"/>
                <a:cs typeface="Roca One"/>
                <a:sym typeface="Roca One"/>
              </a:rPr>
              <a:t>Information </a:t>
            </a:r>
            <a:r>
              <a:rPr lang="en-US" sz="8000" dirty="0" err="1">
                <a:solidFill>
                  <a:srgbClr val="0E182F"/>
                </a:solidFill>
                <a:latin typeface="Roca One"/>
                <a:ea typeface="Roca One"/>
                <a:cs typeface="Roca One"/>
                <a:sym typeface="Roca One"/>
              </a:rPr>
              <a:t>Architechture</a:t>
            </a:r>
            <a:r>
              <a:rPr lang="en-US" sz="9624" dirty="0">
                <a:solidFill>
                  <a:srgbClr val="0E182F"/>
                </a:solidFill>
                <a:latin typeface="Roca One"/>
                <a:ea typeface="Roca One"/>
                <a:cs typeface="Roca One"/>
                <a:sym typeface="Roca One"/>
              </a:rPr>
              <a:t> </a:t>
            </a:r>
          </a:p>
        </p:txBody>
      </p:sp>
      <p:pic>
        <p:nvPicPr>
          <p:cNvPr id="15" name="Picture 14">
            <a:extLst>
              <a:ext uri="{FF2B5EF4-FFF2-40B4-BE49-F238E27FC236}">
                <a16:creationId xmlns:a16="http://schemas.microsoft.com/office/drawing/2014/main" id="{D9CBF459-F628-347E-A59D-85C4A3E87D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96247" y="2776206"/>
            <a:ext cx="14820153" cy="66725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p:cNvGrpSpPr/>
          <p:nvPr/>
        </p:nvGrpSpPr>
        <p:grpSpPr>
          <a:xfrm>
            <a:off x="1029443" y="1028700"/>
            <a:ext cx="16229114" cy="8229600"/>
            <a:chOff x="0" y="0"/>
            <a:chExt cx="4274335" cy="2167467"/>
          </a:xfrm>
        </p:grpSpPr>
        <p:sp>
          <p:nvSpPr>
            <p:cNvPr id="4" name="Freeform 4"/>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3375047" y="1469893"/>
            <a:ext cx="9559952" cy="1077218"/>
          </a:xfrm>
          <a:prstGeom prst="rect">
            <a:avLst/>
          </a:prstGeom>
        </p:spPr>
        <p:txBody>
          <a:bodyPr lIns="0" tIns="0" rIns="0" bIns="0" rtlCol="0" anchor="t">
            <a:spAutoFit/>
          </a:bodyPr>
          <a:lstStyle/>
          <a:p>
            <a:pPr algn="ctr">
              <a:lnSpc>
                <a:spcPts val="8000"/>
              </a:lnSpc>
            </a:pPr>
            <a:r>
              <a:rPr lang="en-US" sz="8000" dirty="0">
                <a:solidFill>
                  <a:srgbClr val="0D1C38"/>
                </a:solidFill>
                <a:latin typeface="Roca One"/>
                <a:ea typeface="Roca One"/>
                <a:cs typeface="Roca One"/>
                <a:sym typeface="Roca One"/>
              </a:rPr>
              <a:t>   Wire Frame</a:t>
            </a:r>
          </a:p>
        </p:txBody>
      </p:sp>
      <p:pic>
        <p:nvPicPr>
          <p:cNvPr id="14" name="Picture 13">
            <a:extLst>
              <a:ext uri="{FF2B5EF4-FFF2-40B4-BE49-F238E27FC236}">
                <a16:creationId xmlns:a16="http://schemas.microsoft.com/office/drawing/2014/main" id="{025F8867-0BB8-14FD-DDB6-85F17FF255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21994" y="2600394"/>
            <a:ext cx="12599005" cy="59721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A1013-E41D-F4CC-A6A2-36F490214D2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B3706AB-3F52-BD30-4CAD-0C4C4D33DBDF}"/>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57FDBD64-A48E-9BAE-D5E9-267F89E1593C}"/>
              </a:ext>
            </a:extLst>
          </p:cNvPr>
          <p:cNvGrpSpPr/>
          <p:nvPr/>
        </p:nvGrpSpPr>
        <p:grpSpPr>
          <a:xfrm>
            <a:off x="1029443" y="1028700"/>
            <a:ext cx="16229114" cy="8077200"/>
            <a:chOff x="0" y="0"/>
            <a:chExt cx="4274335" cy="2167467"/>
          </a:xfrm>
        </p:grpSpPr>
        <p:sp>
          <p:nvSpPr>
            <p:cNvPr id="4" name="Freeform 4">
              <a:extLst>
                <a:ext uri="{FF2B5EF4-FFF2-40B4-BE49-F238E27FC236}">
                  <a16:creationId xmlns:a16="http://schemas.microsoft.com/office/drawing/2014/main" id="{7837E617-F327-FA14-E4F4-AB7EA38DF35D}"/>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2172B478-F982-8703-1F40-96DB2BEEF2A2}"/>
                </a:ext>
              </a:extLst>
            </p:cNvPr>
            <p:cNvSpPr txBox="1"/>
            <p:nvPr/>
          </p:nvSpPr>
          <p:spPr>
            <a:xfrm>
              <a:off x="0" y="57150"/>
              <a:ext cx="4274335" cy="2110317"/>
            </a:xfrm>
            <a:prstGeom prst="rect">
              <a:avLst/>
            </a:prstGeom>
          </p:spPr>
          <p:txBody>
            <a:bodyPr lIns="50800" tIns="50800" rIns="50800" bIns="50800" rtlCol="0" anchor="ctr"/>
            <a:lstStyle/>
            <a:p>
              <a:pPr marL="285750" indent="-285750" algn="ctr">
                <a:lnSpc>
                  <a:spcPts val="2481"/>
                </a:lnSpc>
                <a:buFont typeface="Arial" panose="020B0604020202020204" pitchFamily="34" charset="0"/>
                <a:buChar char="•"/>
              </a:pPr>
              <a:endParaRPr/>
            </a:p>
          </p:txBody>
        </p:sp>
      </p:grpSp>
      <p:sp>
        <p:nvSpPr>
          <p:cNvPr id="6" name="Freeform 6">
            <a:extLst>
              <a:ext uri="{FF2B5EF4-FFF2-40B4-BE49-F238E27FC236}">
                <a16:creationId xmlns:a16="http://schemas.microsoft.com/office/drawing/2014/main" id="{723D2C4E-D1B6-DC74-936C-65CD8B5C0FC5}"/>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049B3921-803F-4A5B-5069-B62D68A4F1E2}"/>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C3259A13-0DEE-334E-F2D5-C8732EFAB9BA}"/>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TextBox 10">
            <a:extLst>
              <a:ext uri="{FF2B5EF4-FFF2-40B4-BE49-F238E27FC236}">
                <a16:creationId xmlns:a16="http://schemas.microsoft.com/office/drawing/2014/main" id="{61A13836-CC98-7CFA-4CB1-48BB87282452}"/>
              </a:ext>
            </a:extLst>
          </p:cNvPr>
          <p:cNvSpPr txBox="1"/>
          <p:nvPr/>
        </p:nvSpPr>
        <p:spPr>
          <a:xfrm>
            <a:off x="1600199" y="1935520"/>
            <a:ext cx="13680399" cy="1038746"/>
          </a:xfrm>
          <a:prstGeom prst="rect">
            <a:avLst/>
          </a:prstGeom>
        </p:spPr>
        <p:txBody>
          <a:bodyPr wrap="square" lIns="0" tIns="0" rIns="0" bIns="0" rtlCol="0" anchor="t">
            <a:spAutoFit/>
          </a:bodyPr>
          <a:lstStyle/>
          <a:p>
            <a:pPr algn="ctr">
              <a:lnSpc>
                <a:spcPts val="6754"/>
              </a:lnSpc>
            </a:pPr>
            <a:r>
              <a:rPr lang="en-US" sz="10000" dirty="0">
                <a:solidFill>
                  <a:srgbClr val="0E182F"/>
                </a:solidFill>
                <a:latin typeface="Roca One"/>
                <a:ea typeface="Roca One"/>
                <a:cs typeface="Roca One"/>
                <a:sym typeface="Roca One"/>
              </a:rPr>
              <a:t>Final Design</a:t>
            </a:r>
          </a:p>
        </p:txBody>
      </p:sp>
      <p:pic>
        <p:nvPicPr>
          <p:cNvPr id="15" name="Picture 14">
            <a:extLst>
              <a:ext uri="{FF2B5EF4-FFF2-40B4-BE49-F238E27FC236}">
                <a16:creationId xmlns:a16="http://schemas.microsoft.com/office/drawing/2014/main" id="{BC91F41D-FF36-0E34-1E2B-64C6CD522D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03925" y="2841873"/>
            <a:ext cx="11851598" cy="5121027"/>
          </a:xfrm>
          <a:prstGeom prst="rect">
            <a:avLst/>
          </a:prstGeom>
        </p:spPr>
      </p:pic>
      <p:sp>
        <p:nvSpPr>
          <p:cNvPr id="17" name="TextBox 16">
            <a:extLst>
              <a:ext uri="{FF2B5EF4-FFF2-40B4-BE49-F238E27FC236}">
                <a16:creationId xmlns:a16="http://schemas.microsoft.com/office/drawing/2014/main" id="{69FFADBF-1881-327C-5C38-320A819E090D}"/>
              </a:ext>
            </a:extLst>
          </p:cNvPr>
          <p:cNvSpPr txBox="1"/>
          <p:nvPr/>
        </p:nvSpPr>
        <p:spPr>
          <a:xfrm>
            <a:off x="7600575" y="8039620"/>
            <a:ext cx="6781800" cy="400110"/>
          </a:xfrm>
          <a:prstGeom prst="rect">
            <a:avLst/>
          </a:prstGeom>
          <a:noFill/>
        </p:spPr>
        <p:txBody>
          <a:bodyPr wrap="square" rtlCol="0">
            <a:spAutoFit/>
          </a:bodyPr>
          <a:lstStyle/>
          <a:p>
            <a:r>
              <a:rPr lang="en-IN" sz="2000" dirty="0">
                <a:latin typeface="Roca One" panose="020B0604020202020204" charset="0"/>
              </a:rPr>
              <a:t>Main Dashboard UI</a:t>
            </a:r>
          </a:p>
        </p:txBody>
      </p:sp>
    </p:spTree>
    <p:extLst>
      <p:ext uri="{BB962C8B-B14F-4D97-AF65-F5344CB8AC3E}">
        <p14:creationId xmlns:p14="http://schemas.microsoft.com/office/powerpoint/2010/main" val="4292549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76C38-455F-0CA1-165E-525F416EC1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415184B-6353-C688-8A32-14C19DFB9FE2}"/>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93CB1C33-B9E1-20D5-2C5F-F851C60ED2A2}"/>
              </a:ext>
            </a:extLst>
          </p:cNvPr>
          <p:cNvGrpSpPr/>
          <p:nvPr/>
        </p:nvGrpSpPr>
        <p:grpSpPr>
          <a:xfrm>
            <a:off x="1029443" y="1028700"/>
            <a:ext cx="16229114" cy="8229600"/>
            <a:chOff x="0" y="0"/>
            <a:chExt cx="4274335" cy="2167467"/>
          </a:xfrm>
        </p:grpSpPr>
        <p:sp>
          <p:nvSpPr>
            <p:cNvPr id="4" name="Freeform 4">
              <a:extLst>
                <a:ext uri="{FF2B5EF4-FFF2-40B4-BE49-F238E27FC236}">
                  <a16:creationId xmlns:a16="http://schemas.microsoft.com/office/drawing/2014/main" id="{F195F0ED-4A8F-37FC-6B54-71468770C675}"/>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80410FB7-FE85-2327-27C1-4CF468689393}"/>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D60657B4-3A24-DA96-4242-1F7680CF0D23}"/>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0E389B15-E384-0044-F71F-133754830E52}"/>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E83CBA1F-0C58-8CC6-8A9E-75239F97FF8F}"/>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a:extLst>
              <a:ext uri="{FF2B5EF4-FFF2-40B4-BE49-F238E27FC236}">
                <a16:creationId xmlns:a16="http://schemas.microsoft.com/office/drawing/2014/main" id="{2105CDC5-6148-ED18-B8F8-7A1CAE90F1AD}"/>
              </a:ext>
            </a:extLst>
          </p:cNvPr>
          <p:cNvSpPr txBox="1"/>
          <p:nvPr/>
        </p:nvSpPr>
        <p:spPr>
          <a:xfrm>
            <a:off x="833514" y="1919891"/>
            <a:ext cx="9559952" cy="2180084"/>
          </a:xfrm>
          <a:prstGeom prst="rect">
            <a:avLst/>
          </a:prstGeom>
        </p:spPr>
        <p:txBody>
          <a:bodyPr lIns="0" tIns="0" rIns="0" bIns="0" rtlCol="0" anchor="t">
            <a:spAutoFit/>
          </a:bodyPr>
          <a:lstStyle/>
          <a:p>
            <a:pPr algn="ctr">
              <a:lnSpc>
                <a:spcPts val="8000"/>
              </a:lnSpc>
            </a:pPr>
            <a:endParaRPr lang="en-US" sz="10000" dirty="0">
              <a:solidFill>
                <a:srgbClr val="0D1C38"/>
              </a:solidFill>
              <a:latin typeface="Roca One"/>
              <a:ea typeface="Roca One"/>
              <a:cs typeface="Roca One"/>
              <a:sym typeface="Roca One"/>
            </a:endParaRPr>
          </a:p>
          <a:p>
            <a:pPr algn="ctr">
              <a:lnSpc>
                <a:spcPts val="8000"/>
              </a:lnSpc>
            </a:pPr>
            <a:endParaRPr lang="en-US" sz="10000" dirty="0">
              <a:solidFill>
                <a:srgbClr val="0D1C38"/>
              </a:solidFill>
              <a:latin typeface="Roca One"/>
              <a:ea typeface="Roca One"/>
              <a:cs typeface="Roca One"/>
              <a:sym typeface="Roca One"/>
            </a:endParaRPr>
          </a:p>
        </p:txBody>
      </p:sp>
      <p:pic>
        <p:nvPicPr>
          <p:cNvPr id="12" name="Picture 11">
            <a:extLst>
              <a:ext uri="{FF2B5EF4-FFF2-40B4-BE49-F238E27FC236}">
                <a16:creationId xmlns:a16="http://schemas.microsoft.com/office/drawing/2014/main" id="{99F15BC2-0083-5612-5418-16541E15122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58596" y="5131891"/>
            <a:ext cx="7850135" cy="3745410"/>
          </a:xfrm>
          <a:prstGeom prst="rect">
            <a:avLst/>
          </a:prstGeom>
        </p:spPr>
      </p:pic>
      <p:pic>
        <p:nvPicPr>
          <p:cNvPr id="14" name="Picture 13">
            <a:extLst>
              <a:ext uri="{FF2B5EF4-FFF2-40B4-BE49-F238E27FC236}">
                <a16:creationId xmlns:a16="http://schemas.microsoft.com/office/drawing/2014/main" id="{DE2EA6C7-F66F-AE5C-C776-0341A45FF0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9435" y="5143500"/>
            <a:ext cx="7712331" cy="3733800"/>
          </a:xfrm>
          <a:prstGeom prst="rect">
            <a:avLst/>
          </a:prstGeom>
        </p:spPr>
      </p:pic>
      <p:pic>
        <p:nvPicPr>
          <p:cNvPr id="16" name="Picture 15">
            <a:extLst>
              <a:ext uri="{FF2B5EF4-FFF2-40B4-BE49-F238E27FC236}">
                <a16:creationId xmlns:a16="http://schemas.microsoft.com/office/drawing/2014/main" id="{3DD34B9D-DD4D-722B-3C89-529DA9ADA5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9439" y="1028700"/>
            <a:ext cx="7712327" cy="3787195"/>
          </a:xfrm>
          <a:prstGeom prst="rect">
            <a:avLst/>
          </a:prstGeom>
        </p:spPr>
      </p:pic>
      <p:pic>
        <p:nvPicPr>
          <p:cNvPr id="18" name="Picture 17">
            <a:extLst>
              <a:ext uri="{FF2B5EF4-FFF2-40B4-BE49-F238E27FC236}">
                <a16:creationId xmlns:a16="http://schemas.microsoft.com/office/drawing/2014/main" id="{EB676E22-D2F4-C4BB-22C9-D61FBE308E9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44001" y="1028700"/>
            <a:ext cx="7880406" cy="3787195"/>
          </a:xfrm>
          <a:prstGeom prst="rect">
            <a:avLst/>
          </a:prstGeom>
        </p:spPr>
      </p:pic>
    </p:spTree>
    <p:extLst>
      <p:ext uri="{BB962C8B-B14F-4D97-AF65-F5344CB8AC3E}">
        <p14:creationId xmlns:p14="http://schemas.microsoft.com/office/powerpoint/2010/main" val="535084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9DB-FE94-B87D-00B1-06B1CE4C031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0CE981D-F811-FABF-FBAD-69E93C18FB4B}"/>
              </a:ext>
            </a:extLst>
          </p:cNvPr>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l="-15597" r="-15597"/>
            </a:stretch>
          </a:blipFill>
        </p:spPr>
      </p:sp>
      <p:grpSp>
        <p:nvGrpSpPr>
          <p:cNvPr id="3" name="Group 3">
            <a:extLst>
              <a:ext uri="{FF2B5EF4-FFF2-40B4-BE49-F238E27FC236}">
                <a16:creationId xmlns:a16="http://schemas.microsoft.com/office/drawing/2014/main" id="{C5285FD0-C6D1-C793-7549-43055C69100B}"/>
              </a:ext>
            </a:extLst>
          </p:cNvPr>
          <p:cNvGrpSpPr/>
          <p:nvPr/>
        </p:nvGrpSpPr>
        <p:grpSpPr>
          <a:xfrm>
            <a:off x="1029443" y="1028700"/>
            <a:ext cx="16229114" cy="8229600"/>
            <a:chOff x="0" y="0"/>
            <a:chExt cx="4274335" cy="2167467"/>
          </a:xfrm>
        </p:grpSpPr>
        <p:sp>
          <p:nvSpPr>
            <p:cNvPr id="4" name="Freeform 4">
              <a:extLst>
                <a:ext uri="{FF2B5EF4-FFF2-40B4-BE49-F238E27FC236}">
                  <a16:creationId xmlns:a16="http://schemas.microsoft.com/office/drawing/2014/main" id="{D877D046-AB22-EBA9-8206-08541FC6BE91}"/>
                </a:ext>
              </a:extLst>
            </p:cNvPr>
            <p:cNvSpPr/>
            <p:nvPr/>
          </p:nvSpPr>
          <p:spPr>
            <a:xfrm>
              <a:off x="0" y="0"/>
              <a:ext cx="4274334" cy="2167467"/>
            </a:xfrm>
            <a:custGeom>
              <a:avLst/>
              <a:gdLst/>
              <a:ahLst/>
              <a:cxnLst/>
              <a:rect l="l" t="t" r="r" b="b"/>
              <a:pathLst>
                <a:path w="4274334" h="2167467">
                  <a:moveTo>
                    <a:pt x="0" y="0"/>
                  </a:moveTo>
                  <a:lnTo>
                    <a:pt x="4274334" y="0"/>
                  </a:lnTo>
                  <a:lnTo>
                    <a:pt x="4274334" y="2167467"/>
                  </a:lnTo>
                  <a:lnTo>
                    <a:pt x="0" y="2167467"/>
                  </a:lnTo>
                  <a:close/>
                </a:path>
              </a:pathLst>
            </a:custGeom>
            <a:solidFill>
              <a:srgbClr val="FEFEFE"/>
            </a:solidFill>
          </p:spPr>
        </p:sp>
        <p:sp>
          <p:nvSpPr>
            <p:cNvPr id="5" name="TextBox 5">
              <a:extLst>
                <a:ext uri="{FF2B5EF4-FFF2-40B4-BE49-F238E27FC236}">
                  <a16:creationId xmlns:a16="http://schemas.microsoft.com/office/drawing/2014/main" id="{2EA843E6-6EC0-66BC-7B05-8F1E5F39000F}"/>
                </a:ext>
              </a:extLst>
            </p:cNvPr>
            <p:cNvSpPr txBox="1"/>
            <p:nvPr/>
          </p:nvSpPr>
          <p:spPr>
            <a:xfrm>
              <a:off x="0" y="57150"/>
              <a:ext cx="4274335" cy="2110317"/>
            </a:xfrm>
            <a:prstGeom prst="rect">
              <a:avLst/>
            </a:prstGeom>
          </p:spPr>
          <p:txBody>
            <a:bodyPr lIns="50800" tIns="50800" rIns="50800" bIns="50800" rtlCol="0" anchor="ctr"/>
            <a:lstStyle/>
            <a:p>
              <a:pPr algn="ctr">
                <a:lnSpc>
                  <a:spcPts val="2481"/>
                </a:lnSpc>
              </a:pPr>
              <a:endParaRPr/>
            </a:p>
          </p:txBody>
        </p:sp>
      </p:grpSp>
      <p:sp>
        <p:nvSpPr>
          <p:cNvPr id="6" name="Freeform 6">
            <a:extLst>
              <a:ext uri="{FF2B5EF4-FFF2-40B4-BE49-F238E27FC236}">
                <a16:creationId xmlns:a16="http://schemas.microsoft.com/office/drawing/2014/main" id="{E7C04CFE-6F4C-3D30-3A92-67CFF0D7C1F3}"/>
              </a:ext>
            </a:extLst>
          </p:cNvPr>
          <p:cNvSpPr/>
          <p:nvPr/>
        </p:nvSpPr>
        <p:spPr>
          <a:xfrm flipH="1" flipV="1">
            <a:off x="16310046" y="-2312817"/>
            <a:ext cx="8623491" cy="8750775"/>
          </a:xfrm>
          <a:custGeom>
            <a:avLst/>
            <a:gdLst/>
            <a:ahLst/>
            <a:cxnLst/>
            <a:rect l="l" t="t" r="r" b="b"/>
            <a:pathLst>
              <a:path w="8623491" h="8750775">
                <a:moveTo>
                  <a:pt x="8623491" y="8750775"/>
                </a:moveTo>
                <a:lnTo>
                  <a:pt x="0" y="8750775"/>
                </a:lnTo>
                <a:lnTo>
                  <a:pt x="0" y="0"/>
                </a:lnTo>
                <a:lnTo>
                  <a:pt x="8623491" y="0"/>
                </a:lnTo>
                <a:lnTo>
                  <a:pt x="8623491" y="875077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a:extLst>
              <a:ext uri="{FF2B5EF4-FFF2-40B4-BE49-F238E27FC236}">
                <a16:creationId xmlns:a16="http://schemas.microsoft.com/office/drawing/2014/main" id="{829ECE5E-905A-6C10-39D9-BF803D7F3E5A}"/>
              </a:ext>
            </a:extLst>
          </p:cNvPr>
          <p:cNvSpPr/>
          <p:nvPr/>
        </p:nvSpPr>
        <p:spPr>
          <a:xfrm>
            <a:off x="-6630940" y="3864288"/>
            <a:ext cx="8623491" cy="8750775"/>
          </a:xfrm>
          <a:custGeom>
            <a:avLst/>
            <a:gdLst/>
            <a:ahLst/>
            <a:cxnLst/>
            <a:rect l="l" t="t" r="r" b="b"/>
            <a:pathLst>
              <a:path w="8623491" h="8750775">
                <a:moveTo>
                  <a:pt x="0" y="0"/>
                </a:moveTo>
                <a:lnTo>
                  <a:pt x="8623491" y="0"/>
                </a:lnTo>
                <a:lnTo>
                  <a:pt x="8623491" y="8750775"/>
                </a:lnTo>
                <a:lnTo>
                  <a:pt x="0" y="8750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a:extLst>
              <a:ext uri="{FF2B5EF4-FFF2-40B4-BE49-F238E27FC236}">
                <a16:creationId xmlns:a16="http://schemas.microsoft.com/office/drawing/2014/main" id="{FEBC098B-16F4-83E8-8DE8-56E13C1B0B76}"/>
              </a:ext>
            </a:extLst>
          </p:cNvPr>
          <p:cNvSpPr/>
          <p:nvPr/>
        </p:nvSpPr>
        <p:spPr>
          <a:xfrm rot="-10800000">
            <a:off x="6125872" y="9311584"/>
            <a:ext cx="6036256" cy="3303478"/>
          </a:xfrm>
          <a:custGeom>
            <a:avLst/>
            <a:gdLst/>
            <a:ahLst/>
            <a:cxnLst/>
            <a:rect l="l" t="t" r="r" b="b"/>
            <a:pathLst>
              <a:path w="6036256" h="3303478">
                <a:moveTo>
                  <a:pt x="0" y="0"/>
                </a:moveTo>
                <a:lnTo>
                  <a:pt x="6036256" y="0"/>
                </a:lnTo>
                <a:lnTo>
                  <a:pt x="6036256" y="3303479"/>
                </a:lnTo>
                <a:lnTo>
                  <a:pt x="0" y="33034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a:extLst>
              <a:ext uri="{FF2B5EF4-FFF2-40B4-BE49-F238E27FC236}">
                <a16:creationId xmlns:a16="http://schemas.microsoft.com/office/drawing/2014/main" id="{3C443C8D-0850-C755-EB04-C72FC7B53F19}"/>
              </a:ext>
            </a:extLst>
          </p:cNvPr>
          <p:cNvSpPr txBox="1"/>
          <p:nvPr/>
        </p:nvSpPr>
        <p:spPr>
          <a:xfrm>
            <a:off x="4572000" y="3419912"/>
            <a:ext cx="11470599" cy="1115690"/>
          </a:xfrm>
          <a:prstGeom prst="rect">
            <a:avLst/>
          </a:prstGeom>
        </p:spPr>
        <p:txBody>
          <a:bodyPr wrap="square" lIns="0" tIns="0" rIns="0" bIns="0" rtlCol="0" anchor="t">
            <a:spAutoFit/>
          </a:bodyPr>
          <a:lstStyle/>
          <a:p>
            <a:pPr algn="just">
              <a:lnSpc>
                <a:spcPts val="7600"/>
              </a:lnSpc>
            </a:pPr>
            <a:r>
              <a:rPr lang="en-US" sz="10000" dirty="0">
                <a:solidFill>
                  <a:srgbClr val="0D1C38"/>
                </a:solidFill>
                <a:latin typeface="Roca One"/>
                <a:ea typeface="Roca One"/>
                <a:cs typeface="Roca One"/>
                <a:sym typeface="Roca One"/>
              </a:rPr>
              <a:t> </a:t>
            </a:r>
            <a:r>
              <a:rPr lang="en-IN" sz="8000" dirty="0">
                <a:solidFill>
                  <a:srgbClr val="0D1C38"/>
                </a:solidFill>
                <a:latin typeface="Roca One"/>
                <a:ea typeface="Roca One"/>
                <a:cs typeface="Roca One"/>
                <a:sym typeface="Roca One"/>
              </a:rPr>
              <a:t>Live Demo Link</a:t>
            </a:r>
            <a:endParaRPr lang="en-US" sz="10000" dirty="0">
              <a:solidFill>
                <a:srgbClr val="0D1C38"/>
              </a:solidFill>
              <a:latin typeface="Roca One"/>
              <a:ea typeface="Roca One"/>
              <a:cs typeface="Roca One"/>
              <a:sym typeface="Roca One"/>
            </a:endParaRPr>
          </a:p>
        </p:txBody>
      </p:sp>
      <p:sp>
        <p:nvSpPr>
          <p:cNvPr id="9" name="TextBox 8">
            <a:extLst>
              <a:ext uri="{FF2B5EF4-FFF2-40B4-BE49-F238E27FC236}">
                <a16:creationId xmlns:a16="http://schemas.microsoft.com/office/drawing/2014/main" id="{ED855026-820A-BA99-B58D-92C404CBB44B}"/>
              </a:ext>
            </a:extLst>
          </p:cNvPr>
          <p:cNvSpPr txBox="1"/>
          <p:nvPr/>
        </p:nvSpPr>
        <p:spPr>
          <a:xfrm>
            <a:off x="3591156" y="4996463"/>
            <a:ext cx="11125200" cy="1569660"/>
          </a:xfrm>
          <a:prstGeom prst="rect">
            <a:avLst/>
          </a:prstGeom>
          <a:noFill/>
        </p:spPr>
        <p:txBody>
          <a:bodyPr wrap="square" rtlCol="0">
            <a:spAutoFit/>
          </a:bodyPr>
          <a:lstStyle/>
          <a:p>
            <a:r>
              <a:rPr lang="en-US" sz="3200" dirty="0"/>
              <a:t>A fully functional prototype of the Unified Student Dashboard:</a:t>
            </a:r>
          </a:p>
          <a:p>
            <a:endParaRPr lang="en-IN" sz="3200" dirty="0"/>
          </a:p>
          <a:p>
            <a:r>
              <a:rPr lang="en-IN" sz="3200" dirty="0"/>
              <a:t>https://boisterous-paprenjak-fc3313.netlify.app/</a:t>
            </a:r>
          </a:p>
        </p:txBody>
      </p:sp>
    </p:spTree>
    <p:extLst>
      <p:ext uri="{BB962C8B-B14F-4D97-AF65-F5344CB8AC3E}">
        <p14:creationId xmlns:p14="http://schemas.microsoft.com/office/powerpoint/2010/main" val="377376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5597" r="-15597"/>
            </a:stretch>
          </a:blipFill>
        </p:spPr>
      </p:sp>
      <p:grpSp>
        <p:nvGrpSpPr>
          <p:cNvPr id="3" name="Group 3"/>
          <p:cNvGrpSpPr/>
          <p:nvPr/>
        </p:nvGrpSpPr>
        <p:grpSpPr>
          <a:xfrm>
            <a:off x="-235271" y="4565874"/>
            <a:ext cx="5902101" cy="7974702"/>
            <a:chOff x="0" y="0"/>
            <a:chExt cx="7869467" cy="10632936"/>
          </a:xfrm>
        </p:grpSpPr>
        <p:sp>
          <p:nvSpPr>
            <p:cNvPr id="4" name="Freeform 4"/>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6" name="Group 6"/>
          <p:cNvGrpSpPr/>
          <p:nvPr/>
        </p:nvGrpSpPr>
        <p:grpSpPr>
          <a:xfrm rot="-10800000">
            <a:off x="12385899" y="-2268953"/>
            <a:ext cx="5902101" cy="7974702"/>
            <a:chOff x="0" y="0"/>
            <a:chExt cx="7869467" cy="10632936"/>
          </a:xfrm>
        </p:grpSpPr>
        <p:sp>
          <p:nvSpPr>
            <p:cNvPr id="7" name="Freeform 7"/>
            <p:cNvSpPr/>
            <p:nvPr/>
          </p:nvSpPr>
          <p:spPr>
            <a:xfrm>
              <a:off x="0" y="0"/>
              <a:ext cx="7869467" cy="7869467"/>
            </a:xfrm>
            <a:custGeom>
              <a:avLst/>
              <a:gdLst/>
              <a:ahLst/>
              <a:cxnLst/>
              <a:rect l="l" t="t" r="r" b="b"/>
              <a:pathLst>
                <a:path w="7869467" h="7869467">
                  <a:moveTo>
                    <a:pt x="0" y="0"/>
                  </a:moveTo>
                  <a:lnTo>
                    <a:pt x="7869467" y="0"/>
                  </a:lnTo>
                  <a:lnTo>
                    <a:pt x="7869467" y="7869467"/>
                  </a:lnTo>
                  <a:lnTo>
                    <a:pt x="0" y="78694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313695" y="6497867"/>
              <a:ext cx="7555772" cy="4135068"/>
            </a:xfrm>
            <a:custGeom>
              <a:avLst/>
              <a:gdLst/>
              <a:ahLst/>
              <a:cxnLst/>
              <a:rect l="l" t="t" r="r" b="b"/>
              <a:pathLst>
                <a:path w="7555772" h="4135068">
                  <a:moveTo>
                    <a:pt x="0" y="0"/>
                  </a:moveTo>
                  <a:lnTo>
                    <a:pt x="7555772" y="0"/>
                  </a:lnTo>
                  <a:lnTo>
                    <a:pt x="7555772" y="4135069"/>
                  </a:lnTo>
                  <a:lnTo>
                    <a:pt x="0" y="41350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sp>
        <p:nvSpPr>
          <p:cNvPr id="9" name="Freeform 9"/>
          <p:cNvSpPr/>
          <p:nvPr/>
        </p:nvSpPr>
        <p:spPr>
          <a:xfrm>
            <a:off x="-2672315" y="-776716"/>
            <a:ext cx="4054948" cy="4114800"/>
          </a:xfrm>
          <a:custGeom>
            <a:avLst/>
            <a:gdLst/>
            <a:ahLst/>
            <a:cxnLst/>
            <a:rect l="l" t="t" r="r" b="b"/>
            <a:pathLst>
              <a:path w="4054948" h="4114800">
                <a:moveTo>
                  <a:pt x="0" y="0"/>
                </a:moveTo>
                <a:lnTo>
                  <a:pt x="4054948" y="0"/>
                </a:lnTo>
                <a:lnTo>
                  <a:pt x="405494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0" name="Freeform 10"/>
          <p:cNvSpPr/>
          <p:nvPr/>
        </p:nvSpPr>
        <p:spPr>
          <a:xfrm flipH="1" flipV="1">
            <a:off x="16884370" y="7044598"/>
            <a:ext cx="4054948" cy="4114800"/>
          </a:xfrm>
          <a:custGeom>
            <a:avLst/>
            <a:gdLst/>
            <a:ahLst/>
            <a:cxnLst/>
            <a:rect l="l" t="t" r="r" b="b"/>
            <a:pathLst>
              <a:path w="4054948" h="4114800">
                <a:moveTo>
                  <a:pt x="4054949" y="4114800"/>
                </a:moveTo>
                <a:lnTo>
                  <a:pt x="0" y="4114800"/>
                </a:lnTo>
                <a:lnTo>
                  <a:pt x="0" y="0"/>
                </a:lnTo>
                <a:lnTo>
                  <a:pt x="4054949" y="0"/>
                </a:lnTo>
                <a:lnTo>
                  <a:pt x="4054949" y="411480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2306749" y="3757897"/>
            <a:ext cx="13030200" cy="2384051"/>
          </a:xfrm>
          <a:prstGeom prst="rect">
            <a:avLst/>
          </a:prstGeom>
        </p:spPr>
        <p:txBody>
          <a:bodyPr wrap="square" lIns="0" tIns="0" rIns="0" bIns="0" rtlCol="0" anchor="t">
            <a:spAutoFit/>
          </a:bodyPr>
          <a:lstStyle/>
          <a:p>
            <a:pPr algn="l">
              <a:lnSpc>
                <a:spcPts val="18328"/>
              </a:lnSpc>
            </a:pPr>
            <a:r>
              <a:rPr lang="en-US" sz="16219" dirty="0">
                <a:solidFill>
                  <a:srgbClr val="0D1C38"/>
                </a:solidFill>
                <a:latin typeface="Roca One"/>
                <a:ea typeface="Roca One"/>
                <a:cs typeface="Roca One"/>
                <a:sym typeface="Roca One"/>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TotalTime>
  <Words>683</Words>
  <Application>Microsoft Office PowerPoint</Application>
  <PresentationFormat>Custom</PresentationFormat>
  <Paragraphs>109</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Wingdings</vt:lpstr>
      <vt:lpstr>Assistant</vt:lpstr>
      <vt:lpstr>Calibri</vt:lpstr>
      <vt:lpstr>Arial</vt:lpstr>
      <vt:lpstr>Roca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White Minimalist Modern Geometric Thesis Defense Presentation</dc:title>
  <cp:lastModifiedBy>Sindhu Gutha</cp:lastModifiedBy>
  <cp:revision>32</cp:revision>
  <dcterms:created xsi:type="dcterms:W3CDTF">2006-08-16T00:00:00Z</dcterms:created>
  <dcterms:modified xsi:type="dcterms:W3CDTF">2026-04-22T13:21:59Z</dcterms:modified>
  <dc:identifier>DAGsH44w0Ik</dc:identifier>
</cp:coreProperties>
</file>